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256" r:id="rId3"/>
    <p:sldId id="319" r:id="rId4"/>
    <p:sldId id="257" r:id="rId5"/>
    <p:sldId id="258" r:id="rId6"/>
    <p:sldId id="259" r:id="rId7"/>
    <p:sldId id="260" r:id="rId8"/>
    <p:sldId id="261" r:id="rId9"/>
    <p:sldId id="262" r:id="rId10"/>
    <p:sldId id="320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980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90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4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25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4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4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8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9"/>
            <a:ext cx="7773338" cy="11971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9"/>
            <a:ext cx="7773338" cy="11971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8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1" y="2288260"/>
            <a:ext cx="3829051" cy="205514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1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5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1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2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4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457200"/>
            <a:ext cx="4129618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1" y="457201"/>
            <a:ext cx="3005851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40"/>
            <a:ext cx="4129604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9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2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3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2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45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54442"/>
            <a:ext cx="6977064" cy="204743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2" y="3279598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665894"/>
            <a:ext cx="546888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1" y="2340011"/>
            <a:ext cx="553641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4545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1604042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2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79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2" y="457200"/>
            <a:ext cx="7773339" cy="120382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3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3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20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2" y="458079"/>
            <a:ext cx="7773339" cy="120294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2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2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2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70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5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10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43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2" y="1775321"/>
            <a:ext cx="7773339" cy="25680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49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57202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2" y="457202"/>
            <a:ext cx="5744043" cy="38861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948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4229-FDA3-419F-948E-EC3B542A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5"/>
            <a:ext cx="7886700" cy="57607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5E140-8BC8-449A-8EB6-5236A468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5C2E-AF49-4B3E-833F-5946220A398E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E766-E3A6-4451-8208-02143C37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041C4-DDAB-4C12-865A-AD93CBA2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920-2F4F-4D88-AD0A-053AE5A679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252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A87F9CAE-7DAE-A902-FFB9-C7F4C5022245}"/>
              </a:ext>
            </a:extLst>
          </p:cNvPr>
          <p:cNvSpPr/>
          <p:nvPr userDrawn="1"/>
        </p:nvSpPr>
        <p:spPr>
          <a:xfrm>
            <a:off x="-821836" y="3594470"/>
            <a:ext cx="1970590" cy="1866419"/>
          </a:xfrm>
          <a:custGeom>
            <a:avLst/>
            <a:gdLst>
              <a:gd name="connsiteX0" fmla="*/ 1407289 w 2627453"/>
              <a:gd name="connsiteY0" fmla="*/ 0 h 2488558"/>
              <a:gd name="connsiteX1" fmla="*/ 1587041 w 2627453"/>
              <a:gd name="connsiteY1" fmla="*/ 777252 h 2488558"/>
              <a:gd name="connsiteX2" fmla="*/ 2210767 w 2627453"/>
              <a:gd name="connsiteY2" fmla="*/ 231494 h 2488558"/>
              <a:gd name="connsiteX3" fmla="*/ 1866440 w 2627453"/>
              <a:gd name="connsiteY3" fmla="*/ 944739 h 2488558"/>
              <a:gd name="connsiteX4" fmla="*/ 2570543 w 2627453"/>
              <a:gd name="connsiteY4" fmla="*/ 888646 h 2488558"/>
              <a:gd name="connsiteX5" fmla="*/ 1857621 w 2627453"/>
              <a:gd name="connsiteY5" fmla="*/ 1351023 h 2488558"/>
              <a:gd name="connsiteX6" fmla="*/ 2627453 w 2627453"/>
              <a:gd name="connsiteY6" fmla="*/ 2002423 h 2488558"/>
              <a:gd name="connsiteX7" fmla="*/ 1847177 w 2627453"/>
              <a:gd name="connsiteY7" fmla="*/ 1612283 h 2488558"/>
              <a:gd name="connsiteX8" fmla="*/ 2126219 w 2627453"/>
              <a:gd name="connsiteY8" fmla="*/ 2326506 h 2488558"/>
              <a:gd name="connsiteX9" fmla="*/ 1583665 w 2627453"/>
              <a:gd name="connsiteY9" fmla="*/ 1842146 h 2488558"/>
              <a:gd name="connsiteX10" fmla="*/ 1388960 w 2627453"/>
              <a:gd name="connsiteY10" fmla="*/ 2488558 h 2488558"/>
              <a:gd name="connsiteX11" fmla="*/ 1210499 w 2627453"/>
              <a:gd name="connsiteY11" fmla="*/ 1860371 h 2488558"/>
              <a:gd name="connsiteX12" fmla="*/ 688359 w 2627453"/>
              <a:gd name="connsiteY12" fmla="*/ 2326506 h 2488558"/>
              <a:gd name="connsiteX13" fmla="*/ 1017237 w 2627453"/>
              <a:gd name="connsiteY13" fmla="*/ 1484726 h 2488558"/>
              <a:gd name="connsiteX14" fmla="*/ 0 w 2627453"/>
              <a:gd name="connsiteY14" fmla="*/ 1666754 h 2488558"/>
              <a:gd name="connsiteX15" fmla="*/ 824968 w 2627453"/>
              <a:gd name="connsiteY15" fmla="*/ 1265419 h 2488558"/>
              <a:gd name="connsiteX16" fmla="*/ 244035 w 2627453"/>
              <a:gd name="connsiteY16" fmla="*/ 888646 h 2488558"/>
              <a:gd name="connsiteX17" fmla="*/ 1184449 w 2627453"/>
              <a:gd name="connsiteY17" fmla="*/ 963565 h 248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27453" h="2488558">
                <a:moveTo>
                  <a:pt x="1407289" y="0"/>
                </a:moveTo>
                <a:lnTo>
                  <a:pt x="1587041" y="777252"/>
                </a:lnTo>
                <a:lnTo>
                  <a:pt x="2210767" y="231494"/>
                </a:lnTo>
                <a:lnTo>
                  <a:pt x="1866440" y="944739"/>
                </a:lnTo>
                <a:lnTo>
                  <a:pt x="2570543" y="888646"/>
                </a:lnTo>
                <a:lnTo>
                  <a:pt x="1857621" y="1351023"/>
                </a:lnTo>
                <a:lnTo>
                  <a:pt x="2627453" y="2002423"/>
                </a:lnTo>
                <a:lnTo>
                  <a:pt x="1847177" y="1612283"/>
                </a:lnTo>
                <a:lnTo>
                  <a:pt x="2126219" y="2326506"/>
                </a:lnTo>
                <a:lnTo>
                  <a:pt x="1583665" y="1842146"/>
                </a:lnTo>
                <a:lnTo>
                  <a:pt x="1388960" y="2488558"/>
                </a:lnTo>
                <a:lnTo>
                  <a:pt x="1210499" y="1860371"/>
                </a:lnTo>
                <a:lnTo>
                  <a:pt x="688359" y="2326506"/>
                </a:lnTo>
                <a:lnTo>
                  <a:pt x="1017237" y="1484726"/>
                </a:lnTo>
                <a:lnTo>
                  <a:pt x="0" y="1666754"/>
                </a:lnTo>
                <a:lnTo>
                  <a:pt x="824968" y="1265419"/>
                </a:lnTo>
                <a:lnTo>
                  <a:pt x="244035" y="888646"/>
                </a:lnTo>
                <a:lnTo>
                  <a:pt x="1184449" y="96356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13">
              <a:solidFill>
                <a:schemeClr val="tx1"/>
              </a:solidFill>
              <a:latin typeface="Oswald" pitchFamily="2" charset="77"/>
              <a:ea typeface="Roboto" panose="02000000000000000000" pitchFamily="2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D331345-8E04-69E3-4744-D6085FDD8CEB}"/>
              </a:ext>
            </a:extLst>
          </p:cNvPr>
          <p:cNvSpPr/>
          <p:nvPr userDrawn="1"/>
        </p:nvSpPr>
        <p:spPr>
          <a:xfrm rot="16200000">
            <a:off x="7358339" y="4736901"/>
            <a:ext cx="813198" cy="813198"/>
          </a:xfrm>
          <a:custGeom>
            <a:avLst/>
            <a:gdLst>
              <a:gd name="connsiteX0" fmla="*/ 2295625 w 2295625"/>
              <a:gd name="connsiteY0" fmla="*/ 1096665 h 2295625"/>
              <a:gd name="connsiteX1" fmla="*/ 2295625 w 2295625"/>
              <a:gd name="connsiteY1" fmla="*/ 1287166 h 2295625"/>
              <a:gd name="connsiteX2" fmla="*/ 1323164 w 2295625"/>
              <a:gd name="connsiteY2" fmla="*/ 1287166 h 2295625"/>
              <a:gd name="connsiteX3" fmla="*/ 1295496 w 2295625"/>
              <a:gd name="connsiteY3" fmla="*/ 1335089 h 2295625"/>
              <a:gd name="connsiteX4" fmla="*/ 2014605 w 2295625"/>
              <a:gd name="connsiteY4" fmla="*/ 2054198 h 2295625"/>
              <a:gd name="connsiteX5" fmla="*/ 1879900 w 2295625"/>
              <a:gd name="connsiteY5" fmla="*/ 2188903 h 2295625"/>
              <a:gd name="connsiteX6" fmla="*/ 1243064 w 2295625"/>
              <a:gd name="connsiteY6" fmla="*/ 1552067 h 2295625"/>
              <a:gd name="connsiteX7" fmla="*/ 1243064 w 2295625"/>
              <a:gd name="connsiteY7" fmla="*/ 2295625 h 2295625"/>
              <a:gd name="connsiteX8" fmla="*/ 1052563 w 2295625"/>
              <a:gd name="connsiteY8" fmla="*/ 2295625 h 2295625"/>
              <a:gd name="connsiteX9" fmla="*/ 1052563 w 2295625"/>
              <a:gd name="connsiteY9" fmla="*/ 1755860 h 2295625"/>
              <a:gd name="connsiteX10" fmla="*/ 796609 w 2295625"/>
              <a:gd name="connsiteY10" fmla="*/ 2199185 h 2295625"/>
              <a:gd name="connsiteX11" fmla="*/ 631631 w 2295625"/>
              <a:gd name="connsiteY11" fmla="*/ 2103934 h 2295625"/>
              <a:gd name="connsiteX12" fmla="*/ 1052563 w 2295625"/>
              <a:gd name="connsiteY12" fmla="*/ 1374858 h 2295625"/>
              <a:gd name="connsiteX13" fmla="*/ 1052563 w 2295625"/>
              <a:gd name="connsiteY13" fmla="*/ 1361566 h 2295625"/>
              <a:gd name="connsiteX14" fmla="*/ 978163 w 2295625"/>
              <a:gd name="connsiteY14" fmla="*/ 1287166 h 2295625"/>
              <a:gd name="connsiteX15" fmla="*/ 0 w 2295625"/>
              <a:gd name="connsiteY15" fmla="*/ 1287166 h 2295625"/>
              <a:gd name="connsiteX16" fmla="*/ 0 w 2295625"/>
              <a:gd name="connsiteY16" fmla="*/ 1096665 h 2295625"/>
              <a:gd name="connsiteX17" fmla="*/ 787662 w 2295625"/>
              <a:gd name="connsiteY17" fmla="*/ 1096665 h 2295625"/>
              <a:gd name="connsiteX18" fmla="*/ 256648 w 2295625"/>
              <a:gd name="connsiteY18" fmla="*/ 565651 h 2295625"/>
              <a:gd name="connsiteX19" fmla="*/ 391353 w 2295625"/>
              <a:gd name="connsiteY19" fmla="*/ 430946 h 2295625"/>
              <a:gd name="connsiteX20" fmla="*/ 1052563 w 2295625"/>
              <a:gd name="connsiteY20" fmla="*/ 1092157 h 2295625"/>
              <a:gd name="connsiteX21" fmla="*/ 1052563 w 2295625"/>
              <a:gd name="connsiteY21" fmla="*/ 0 h 2295625"/>
              <a:gd name="connsiteX22" fmla="*/ 1243064 w 2295625"/>
              <a:gd name="connsiteY22" fmla="*/ 0 h 2295625"/>
              <a:gd name="connsiteX23" fmla="*/ 1243064 w 2295625"/>
              <a:gd name="connsiteY23" fmla="*/ 1044901 h 2295625"/>
              <a:gd name="connsiteX24" fmla="*/ 1779443 w 2295625"/>
              <a:gd name="connsiteY24" fmla="*/ 115865 h 2295625"/>
              <a:gd name="connsiteX25" fmla="*/ 1944422 w 2295625"/>
              <a:gd name="connsiteY25" fmla="*/ 211115 h 2295625"/>
              <a:gd name="connsiteX26" fmla="*/ 1433150 w 2295625"/>
              <a:gd name="connsiteY26" fmla="*/ 1096665 h 229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95625" h="2295625">
                <a:moveTo>
                  <a:pt x="2295625" y="1096665"/>
                </a:moveTo>
                <a:lnTo>
                  <a:pt x="2295625" y="1287166"/>
                </a:lnTo>
                <a:lnTo>
                  <a:pt x="1323164" y="1287166"/>
                </a:lnTo>
                <a:lnTo>
                  <a:pt x="1295496" y="1335089"/>
                </a:lnTo>
                <a:lnTo>
                  <a:pt x="2014605" y="2054198"/>
                </a:lnTo>
                <a:lnTo>
                  <a:pt x="1879900" y="2188903"/>
                </a:lnTo>
                <a:lnTo>
                  <a:pt x="1243064" y="1552067"/>
                </a:lnTo>
                <a:lnTo>
                  <a:pt x="1243064" y="2295625"/>
                </a:lnTo>
                <a:lnTo>
                  <a:pt x="1052563" y="2295625"/>
                </a:lnTo>
                <a:lnTo>
                  <a:pt x="1052563" y="1755860"/>
                </a:lnTo>
                <a:lnTo>
                  <a:pt x="796609" y="2199185"/>
                </a:lnTo>
                <a:lnTo>
                  <a:pt x="631631" y="2103934"/>
                </a:lnTo>
                <a:lnTo>
                  <a:pt x="1052563" y="1374858"/>
                </a:lnTo>
                <a:lnTo>
                  <a:pt x="1052563" y="1361566"/>
                </a:lnTo>
                <a:lnTo>
                  <a:pt x="978163" y="1287166"/>
                </a:lnTo>
                <a:lnTo>
                  <a:pt x="0" y="1287166"/>
                </a:lnTo>
                <a:lnTo>
                  <a:pt x="0" y="1096665"/>
                </a:lnTo>
                <a:lnTo>
                  <a:pt x="787662" y="1096665"/>
                </a:lnTo>
                <a:lnTo>
                  <a:pt x="256648" y="565651"/>
                </a:lnTo>
                <a:lnTo>
                  <a:pt x="391353" y="430946"/>
                </a:lnTo>
                <a:lnTo>
                  <a:pt x="1052563" y="1092157"/>
                </a:lnTo>
                <a:lnTo>
                  <a:pt x="1052563" y="0"/>
                </a:lnTo>
                <a:lnTo>
                  <a:pt x="1243064" y="0"/>
                </a:lnTo>
                <a:lnTo>
                  <a:pt x="1243064" y="1044901"/>
                </a:lnTo>
                <a:lnTo>
                  <a:pt x="1779443" y="115865"/>
                </a:lnTo>
                <a:lnTo>
                  <a:pt x="1944422" y="211115"/>
                </a:lnTo>
                <a:lnTo>
                  <a:pt x="1433150" y="1096665"/>
                </a:lnTo>
                <a:close/>
              </a:path>
            </a:pathLst>
          </a:custGeom>
          <a:solidFill>
            <a:schemeClr val="accent2"/>
          </a:solidFill>
          <a:ln w="1270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13">
              <a:solidFill>
                <a:schemeClr val="tx1"/>
              </a:solidFill>
              <a:latin typeface="Oswald" pitchFamily="2" charset="77"/>
              <a:ea typeface="Roboto" panose="02000000000000000000" pitchFamily="2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AF7CE42-5C03-BF27-8919-FC169856C74A}"/>
              </a:ext>
            </a:extLst>
          </p:cNvPr>
          <p:cNvSpPr/>
          <p:nvPr userDrawn="1"/>
        </p:nvSpPr>
        <p:spPr>
          <a:xfrm>
            <a:off x="1" y="2"/>
            <a:ext cx="4633841" cy="1510504"/>
          </a:xfrm>
          <a:custGeom>
            <a:avLst/>
            <a:gdLst>
              <a:gd name="connsiteX0" fmla="*/ 0 w 6178454"/>
              <a:gd name="connsiteY0" fmla="*/ 0 h 2014005"/>
              <a:gd name="connsiteX1" fmla="*/ 6178454 w 6178454"/>
              <a:gd name="connsiteY1" fmla="*/ 0 h 2014005"/>
              <a:gd name="connsiteX2" fmla="*/ 6120574 w 6178454"/>
              <a:gd name="connsiteY2" fmla="*/ 14786 h 2014005"/>
              <a:gd name="connsiteX3" fmla="*/ 5988712 w 6178454"/>
              <a:gd name="connsiteY3" fmla="*/ 53595 h 2014005"/>
              <a:gd name="connsiteX4" fmla="*/ 5815718 w 6178454"/>
              <a:gd name="connsiteY4" fmla="*/ 127736 h 2014005"/>
              <a:gd name="connsiteX5" fmla="*/ 5346161 w 6178454"/>
              <a:gd name="connsiteY5" fmla="*/ 276017 h 2014005"/>
              <a:gd name="connsiteX6" fmla="*/ 4827177 w 6178454"/>
              <a:gd name="connsiteY6" fmla="*/ 424298 h 2014005"/>
              <a:gd name="connsiteX7" fmla="*/ 4555328 w 6178454"/>
              <a:gd name="connsiteY7" fmla="*/ 473725 h 2014005"/>
              <a:gd name="connsiteX8" fmla="*/ 4036345 w 6178454"/>
              <a:gd name="connsiteY8" fmla="*/ 572579 h 2014005"/>
              <a:gd name="connsiteX9" fmla="*/ 3369080 w 6178454"/>
              <a:gd name="connsiteY9" fmla="*/ 597292 h 2014005"/>
              <a:gd name="connsiteX10" fmla="*/ 2256972 w 6178454"/>
              <a:gd name="connsiteY10" fmla="*/ 671433 h 2014005"/>
              <a:gd name="connsiteX11" fmla="*/ 2059264 w 6178454"/>
              <a:gd name="connsiteY11" fmla="*/ 720860 h 2014005"/>
              <a:gd name="connsiteX12" fmla="*/ 971869 w 6178454"/>
              <a:gd name="connsiteY12" fmla="*/ 1215130 h 2014005"/>
              <a:gd name="connsiteX13" fmla="*/ 749447 w 6178454"/>
              <a:gd name="connsiteY13" fmla="*/ 1363411 h 2014005"/>
              <a:gd name="connsiteX14" fmla="*/ 378745 w 6178454"/>
              <a:gd name="connsiteY14" fmla="*/ 1610547 h 2014005"/>
              <a:gd name="connsiteX15" fmla="*/ 279891 w 6178454"/>
              <a:gd name="connsiteY15" fmla="*/ 1734114 h 2014005"/>
              <a:gd name="connsiteX16" fmla="*/ 106896 w 6178454"/>
              <a:gd name="connsiteY16" fmla="*/ 1907109 h 2014005"/>
              <a:gd name="connsiteX17" fmla="*/ 0 w 6178454"/>
              <a:gd name="connsiteY17" fmla="*/ 2014005 h 2014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178454" h="2014005">
                <a:moveTo>
                  <a:pt x="0" y="0"/>
                </a:moveTo>
                <a:lnTo>
                  <a:pt x="6178454" y="0"/>
                </a:lnTo>
                <a:lnTo>
                  <a:pt x="6120574" y="14786"/>
                </a:lnTo>
                <a:cubicBezTo>
                  <a:pt x="6071105" y="27780"/>
                  <a:pt x="6022990" y="41353"/>
                  <a:pt x="5988712" y="53595"/>
                </a:cubicBezTo>
                <a:cubicBezTo>
                  <a:pt x="5929630" y="74696"/>
                  <a:pt x="5874461" y="105707"/>
                  <a:pt x="5815718" y="127736"/>
                </a:cubicBezTo>
                <a:cubicBezTo>
                  <a:pt x="5694753" y="173098"/>
                  <a:pt x="5466704" y="241021"/>
                  <a:pt x="5346161" y="276017"/>
                </a:cubicBezTo>
                <a:lnTo>
                  <a:pt x="4827177" y="424298"/>
                </a:lnTo>
                <a:cubicBezTo>
                  <a:pt x="4738619" y="449600"/>
                  <a:pt x="4645852" y="456752"/>
                  <a:pt x="4555328" y="473725"/>
                </a:cubicBezTo>
                <a:lnTo>
                  <a:pt x="4036345" y="572579"/>
                </a:lnTo>
                <a:lnTo>
                  <a:pt x="3369080" y="597292"/>
                </a:lnTo>
                <a:cubicBezTo>
                  <a:pt x="2820551" y="616207"/>
                  <a:pt x="2703594" y="590229"/>
                  <a:pt x="2256972" y="671433"/>
                </a:cubicBezTo>
                <a:cubicBezTo>
                  <a:pt x="2190137" y="683585"/>
                  <a:pt x="2125167" y="704384"/>
                  <a:pt x="2059264" y="720860"/>
                </a:cubicBezTo>
                <a:cubicBezTo>
                  <a:pt x="1594996" y="836927"/>
                  <a:pt x="1406461" y="979726"/>
                  <a:pt x="971869" y="1215130"/>
                </a:cubicBezTo>
                <a:cubicBezTo>
                  <a:pt x="893519" y="1257570"/>
                  <a:pt x="823588" y="1313984"/>
                  <a:pt x="749447" y="1363411"/>
                </a:cubicBezTo>
                <a:cubicBezTo>
                  <a:pt x="625880" y="1445790"/>
                  <a:pt x="495308" y="1518524"/>
                  <a:pt x="378745" y="1610547"/>
                </a:cubicBezTo>
                <a:cubicBezTo>
                  <a:pt x="337344" y="1643232"/>
                  <a:pt x="312842" y="1692925"/>
                  <a:pt x="279891" y="1734114"/>
                </a:cubicBezTo>
                <a:cubicBezTo>
                  <a:pt x="228947" y="1797794"/>
                  <a:pt x="164561" y="1849444"/>
                  <a:pt x="106896" y="1907109"/>
                </a:cubicBezTo>
                <a:lnTo>
                  <a:pt x="0" y="20140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13">
              <a:solidFill>
                <a:schemeClr val="tx1"/>
              </a:solidFill>
              <a:latin typeface="Oswald" pitchFamily="2" charset="77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1A7004-8241-0EA0-54D7-98B590E6B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>
            <a:normAutofit/>
          </a:bodyPr>
          <a:lstStyle>
            <a:lvl1pPr marL="128588" indent="-128588">
              <a:buFont typeface="Wingdings" panose="05000000000000000000" pitchFamily="2" charset="2"/>
              <a:buChar char="§"/>
              <a:defRPr sz="1013"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1pPr>
            <a:lvl2pPr marL="385763" indent="-128588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2pPr>
            <a:lvl3pPr marL="642938" indent="-128588">
              <a:buFont typeface="Wingdings" panose="05000000000000000000" pitchFamily="2" charset="2"/>
              <a:buChar char="§"/>
              <a:defRPr sz="788"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3pPr>
            <a:lvl4pPr marL="900113" indent="-128588">
              <a:buFont typeface="Wingdings" panose="05000000000000000000" pitchFamily="2" charset="2"/>
              <a:buChar char="§"/>
              <a:defRPr sz="675"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4pPr>
            <a:lvl5pPr marL="1157288" indent="-128588">
              <a:buFont typeface="Wingdings" panose="05000000000000000000" pitchFamily="2" charset="2"/>
              <a:buChar char="§"/>
              <a:defRPr sz="675"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BB6A0B5-ECD4-EA5A-8A99-47AD1744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3E87034-6B57-3760-7DD7-1A7F6AD1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D162A9B-C2A3-9594-373F-0442EEC8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6" name="Lightning Bolt 15">
            <a:extLst>
              <a:ext uri="{FF2B5EF4-FFF2-40B4-BE49-F238E27FC236}">
                <a16:creationId xmlns:a16="http://schemas.microsoft.com/office/drawing/2014/main" id="{F517682B-3F5D-5A8F-25CF-B53119DB4A44}"/>
              </a:ext>
            </a:extLst>
          </p:cNvPr>
          <p:cNvSpPr/>
          <p:nvPr userDrawn="1"/>
        </p:nvSpPr>
        <p:spPr>
          <a:xfrm rot="1064689">
            <a:off x="8001495" y="-445336"/>
            <a:ext cx="1839472" cy="1839472"/>
          </a:xfrm>
          <a:prstGeom prst="lightningBol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tx1"/>
              </a:solidFill>
              <a:latin typeface="Oswald" pitchFamily="2" charset="77"/>
              <a:ea typeface="Roboto" panose="02000000000000000000" pitchFamily="2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D0F650B-0DF1-BF09-6256-3E3BC6761F4D}"/>
              </a:ext>
            </a:extLst>
          </p:cNvPr>
          <p:cNvSpPr/>
          <p:nvPr userDrawn="1"/>
        </p:nvSpPr>
        <p:spPr>
          <a:xfrm>
            <a:off x="7999772" y="3398669"/>
            <a:ext cx="3343745" cy="3011032"/>
          </a:xfrm>
          <a:custGeom>
            <a:avLst/>
            <a:gdLst>
              <a:gd name="connsiteX0" fmla="*/ 628650 w 2871788"/>
              <a:gd name="connsiteY0" fmla="*/ 942975 h 2586037"/>
              <a:gd name="connsiteX1" fmla="*/ 1285875 w 2871788"/>
              <a:gd name="connsiteY1" fmla="*/ 957262 h 2586037"/>
              <a:gd name="connsiteX2" fmla="*/ 1457325 w 2871788"/>
              <a:gd name="connsiteY2" fmla="*/ 1028700 h 2586037"/>
              <a:gd name="connsiteX3" fmla="*/ 1785938 w 2871788"/>
              <a:gd name="connsiteY3" fmla="*/ 1157287 h 2586037"/>
              <a:gd name="connsiteX4" fmla="*/ 1957388 w 2871788"/>
              <a:gd name="connsiteY4" fmla="*/ 1243012 h 2586037"/>
              <a:gd name="connsiteX5" fmla="*/ 1985963 w 2871788"/>
              <a:gd name="connsiteY5" fmla="*/ 1314450 h 2586037"/>
              <a:gd name="connsiteX6" fmla="*/ 1928813 w 2871788"/>
              <a:gd name="connsiteY6" fmla="*/ 1428750 h 2586037"/>
              <a:gd name="connsiteX7" fmla="*/ 1871663 w 2871788"/>
              <a:gd name="connsiteY7" fmla="*/ 1471612 h 2586037"/>
              <a:gd name="connsiteX8" fmla="*/ 1714500 w 2871788"/>
              <a:gd name="connsiteY8" fmla="*/ 1628775 h 2586037"/>
              <a:gd name="connsiteX9" fmla="*/ 1443038 w 2871788"/>
              <a:gd name="connsiteY9" fmla="*/ 1828800 h 2586037"/>
              <a:gd name="connsiteX10" fmla="*/ 1243013 w 2871788"/>
              <a:gd name="connsiteY10" fmla="*/ 1928812 h 2586037"/>
              <a:gd name="connsiteX11" fmla="*/ 1114425 w 2871788"/>
              <a:gd name="connsiteY11" fmla="*/ 1943100 h 2586037"/>
              <a:gd name="connsiteX12" fmla="*/ 800100 w 2871788"/>
              <a:gd name="connsiteY12" fmla="*/ 1928812 h 2586037"/>
              <a:gd name="connsiteX13" fmla="*/ 757238 w 2871788"/>
              <a:gd name="connsiteY13" fmla="*/ 1900237 h 2586037"/>
              <a:gd name="connsiteX14" fmla="*/ 742950 w 2871788"/>
              <a:gd name="connsiteY14" fmla="*/ 1843087 h 2586037"/>
              <a:gd name="connsiteX15" fmla="*/ 742950 w 2871788"/>
              <a:gd name="connsiteY15" fmla="*/ 1528762 h 2586037"/>
              <a:gd name="connsiteX16" fmla="*/ 828675 w 2871788"/>
              <a:gd name="connsiteY16" fmla="*/ 1343025 h 2586037"/>
              <a:gd name="connsiteX17" fmla="*/ 857250 w 2871788"/>
              <a:gd name="connsiteY17" fmla="*/ 1271587 h 2586037"/>
              <a:gd name="connsiteX18" fmla="*/ 914400 w 2871788"/>
              <a:gd name="connsiteY18" fmla="*/ 1185862 h 2586037"/>
              <a:gd name="connsiteX19" fmla="*/ 1457325 w 2871788"/>
              <a:gd name="connsiteY19" fmla="*/ 614362 h 2586037"/>
              <a:gd name="connsiteX20" fmla="*/ 1700213 w 2871788"/>
              <a:gd name="connsiteY20" fmla="*/ 414337 h 2586037"/>
              <a:gd name="connsiteX21" fmla="*/ 1985963 w 2871788"/>
              <a:gd name="connsiteY21" fmla="*/ 342900 h 2586037"/>
              <a:gd name="connsiteX22" fmla="*/ 2471738 w 2871788"/>
              <a:gd name="connsiteY22" fmla="*/ 385762 h 2586037"/>
              <a:gd name="connsiteX23" fmla="*/ 2586038 w 2871788"/>
              <a:gd name="connsiteY23" fmla="*/ 457200 h 2586037"/>
              <a:gd name="connsiteX24" fmla="*/ 2800350 w 2871788"/>
              <a:gd name="connsiteY24" fmla="*/ 685800 h 2586037"/>
              <a:gd name="connsiteX25" fmla="*/ 2871788 w 2871788"/>
              <a:gd name="connsiteY25" fmla="*/ 914400 h 2586037"/>
              <a:gd name="connsiteX26" fmla="*/ 2843213 w 2871788"/>
              <a:gd name="connsiteY26" fmla="*/ 1271587 h 2586037"/>
              <a:gd name="connsiteX27" fmla="*/ 2757488 w 2871788"/>
              <a:gd name="connsiteY27" fmla="*/ 1414462 h 2586037"/>
              <a:gd name="connsiteX28" fmla="*/ 2443163 w 2871788"/>
              <a:gd name="connsiteY28" fmla="*/ 1857375 h 2586037"/>
              <a:gd name="connsiteX29" fmla="*/ 2043113 w 2871788"/>
              <a:gd name="connsiteY29" fmla="*/ 2228850 h 2586037"/>
              <a:gd name="connsiteX30" fmla="*/ 1657350 w 2871788"/>
              <a:gd name="connsiteY30" fmla="*/ 2400300 h 2586037"/>
              <a:gd name="connsiteX31" fmla="*/ 942975 w 2871788"/>
              <a:gd name="connsiteY31" fmla="*/ 2557462 h 2586037"/>
              <a:gd name="connsiteX32" fmla="*/ 757238 w 2871788"/>
              <a:gd name="connsiteY32" fmla="*/ 2571750 h 2586037"/>
              <a:gd name="connsiteX33" fmla="*/ 628650 w 2871788"/>
              <a:gd name="connsiteY33" fmla="*/ 2586037 h 2586037"/>
              <a:gd name="connsiteX34" fmla="*/ 528638 w 2871788"/>
              <a:gd name="connsiteY34" fmla="*/ 2571750 h 2586037"/>
              <a:gd name="connsiteX35" fmla="*/ 414338 w 2871788"/>
              <a:gd name="connsiteY35" fmla="*/ 2457450 h 2586037"/>
              <a:gd name="connsiteX36" fmla="*/ 357188 w 2871788"/>
              <a:gd name="connsiteY36" fmla="*/ 2314575 h 2586037"/>
              <a:gd name="connsiteX37" fmla="*/ 257175 w 2871788"/>
              <a:gd name="connsiteY37" fmla="*/ 1885950 h 2586037"/>
              <a:gd name="connsiteX38" fmla="*/ 185738 w 2871788"/>
              <a:gd name="connsiteY38" fmla="*/ 1300162 h 2586037"/>
              <a:gd name="connsiteX39" fmla="*/ 271463 w 2871788"/>
              <a:gd name="connsiteY39" fmla="*/ 657225 h 2586037"/>
              <a:gd name="connsiteX40" fmla="*/ 485775 w 2871788"/>
              <a:gd name="connsiteY40" fmla="*/ 585787 h 2586037"/>
              <a:gd name="connsiteX41" fmla="*/ 814388 w 2871788"/>
              <a:gd name="connsiteY41" fmla="*/ 557212 h 2586037"/>
              <a:gd name="connsiteX42" fmla="*/ 1428750 w 2871788"/>
              <a:gd name="connsiteY42" fmla="*/ 571500 h 2586037"/>
              <a:gd name="connsiteX43" fmla="*/ 1585913 w 2871788"/>
              <a:gd name="connsiteY43" fmla="*/ 642937 h 2586037"/>
              <a:gd name="connsiteX44" fmla="*/ 2014538 w 2871788"/>
              <a:gd name="connsiteY44" fmla="*/ 914400 h 2586037"/>
              <a:gd name="connsiteX45" fmla="*/ 2071688 w 2871788"/>
              <a:gd name="connsiteY45" fmla="*/ 985837 h 2586037"/>
              <a:gd name="connsiteX46" fmla="*/ 2157413 w 2871788"/>
              <a:gd name="connsiteY46" fmla="*/ 1143000 h 2586037"/>
              <a:gd name="connsiteX47" fmla="*/ 2171700 w 2871788"/>
              <a:gd name="connsiteY47" fmla="*/ 1214437 h 2586037"/>
              <a:gd name="connsiteX48" fmla="*/ 2200275 w 2871788"/>
              <a:gd name="connsiteY48" fmla="*/ 1300162 h 2586037"/>
              <a:gd name="connsiteX49" fmla="*/ 2185988 w 2871788"/>
              <a:gd name="connsiteY49" fmla="*/ 1728787 h 2586037"/>
              <a:gd name="connsiteX50" fmla="*/ 2143125 w 2871788"/>
              <a:gd name="connsiteY50" fmla="*/ 1900237 h 2586037"/>
              <a:gd name="connsiteX51" fmla="*/ 2114550 w 2871788"/>
              <a:gd name="connsiteY51" fmla="*/ 2028825 h 2586037"/>
              <a:gd name="connsiteX52" fmla="*/ 2014538 w 2871788"/>
              <a:gd name="connsiteY52" fmla="*/ 2243137 h 2586037"/>
              <a:gd name="connsiteX53" fmla="*/ 1900238 w 2871788"/>
              <a:gd name="connsiteY53" fmla="*/ 2328862 h 2586037"/>
              <a:gd name="connsiteX54" fmla="*/ 1785938 w 2871788"/>
              <a:gd name="connsiteY54" fmla="*/ 2386012 h 2586037"/>
              <a:gd name="connsiteX55" fmla="*/ 1614488 w 2871788"/>
              <a:gd name="connsiteY55" fmla="*/ 2443162 h 2586037"/>
              <a:gd name="connsiteX56" fmla="*/ 1228725 w 2871788"/>
              <a:gd name="connsiteY56" fmla="*/ 2543175 h 2586037"/>
              <a:gd name="connsiteX57" fmla="*/ 1071563 w 2871788"/>
              <a:gd name="connsiteY57" fmla="*/ 2571750 h 2586037"/>
              <a:gd name="connsiteX58" fmla="*/ 842963 w 2871788"/>
              <a:gd name="connsiteY58" fmla="*/ 2543175 h 2586037"/>
              <a:gd name="connsiteX59" fmla="*/ 785813 w 2871788"/>
              <a:gd name="connsiteY59" fmla="*/ 2486025 h 2586037"/>
              <a:gd name="connsiteX60" fmla="*/ 671513 w 2871788"/>
              <a:gd name="connsiteY60" fmla="*/ 2343150 h 2586037"/>
              <a:gd name="connsiteX61" fmla="*/ 628650 w 2871788"/>
              <a:gd name="connsiteY61" fmla="*/ 2257425 h 2586037"/>
              <a:gd name="connsiteX62" fmla="*/ 600075 w 2871788"/>
              <a:gd name="connsiteY62" fmla="*/ 2157412 h 2586037"/>
              <a:gd name="connsiteX63" fmla="*/ 571500 w 2871788"/>
              <a:gd name="connsiteY63" fmla="*/ 2071687 h 2586037"/>
              <a:gd name="connsiteX64" fmla="*/ 557213 w 2871788"/>
              <a:gd name="connsiteY64" fmla="*/ 1971675 h 2586037"/>
              <a:gd name="connsiteX65" fmla="*/ 542925 w 2871788"/>
              <a:gd name="connsiteY65" fmla="*/ 1885950 h 2586037"/>
              <a:gd name="connsiteX66" fmla="*/ 571500 w 2871788"/>
              <a:gd name="connsiteY66" fmla="*/ 1700212 h 2586037"/>
              <a:gd name="connsiteX67" fmla="*/ 628650 w 2871788"/>
              <a:gd name="connsiteY67" fmla="*/ 1571625 h 2586037"/>
              <a:gd name="connsiteX68" fmla="*/ 671513 w 2871788"/>
              <a:gd name="connsiteY68" fmla="*/ 1443037 h 2586037"/>
              <a:gd name="connsiteX69" fmla="*/ 742950 w 2871788"/>
              <a:gd name="connsiteY69" fmla="*/ 1271587 h 2586037"/>
              <a:gd name="connsiteX70" fmla="*/ 857250 w 2871788"/>
              <a:gd name="connsiteY70" fmla="*/ 971550 h 2586037"/>
              <a:gd name="connsiteX71" fmla="*/ 942975 w 2871788"/>
              <a:gd name="connsiteY71" fmla="*/ 814387 h 2586037"/>
              <a:gd name="connsiteX72" fmla="*/ 1042988 w 2871788"/>
              <a:gd name="connsiteY72" fmla="*/ 700087 h 2586037"/>
              <a:gd name="connsiteX73" fmla="*/ 1071563 w 2871788"/>
              <a:gd name="connsiteY73" fmla="*/ 657225 h 2586037"/>
              <a:gd name="connsiteX74" fmla="*/ 1114425 w 2871788"/>
              <a:gd name="connsiteY74" fmla="*/ 642937 h 2586037"/>
              <a:gd name="connsiteX75" fmla="*/ 1157288 w 2871788"/>
              <a:gd name="connsiteY75" fmla="*/ 614362 h 2586037"/>
              <a:gd name="connsiteX76" fmla="*/ 1285875 w 2871788"/>
              <a:gd name="connsiteY76" fmla="*/ 557212 h 2586037"/>
              <a:gd name="connsiteX77" fmla="*/ 1371600 w 2871788"/>
              <a:gd name="connsiteY77" fmla="*/ 542925 h 2586037"/>
              <a:gd name="connsiteX78" fmla="*/ 1471613 w 2871788"/>
              <a:gd name="connsiteY78" fmla="*/ 514350 h 2586037"/>
              <a:gd name="connsiteX79" fmla="*/ 1743075 w 2871788"/>
              <a:gd name="connsiteY79" fmla="*/ 485775 h 2586037"/>
              <a:gd name="connsiteX80" fmla="*/ 1914525 w 2871788"/>
              <a:gd name="connsiteY80" fmla="*/ 457200 h 2586037"/>
              <a:gd name="connsiteX81" fmla="*/ 2471738 w 2871788"/>
              <a:gd name="connsiteY81" fmla="*/ 471487 h 2586037"/>
              <a:gd name="connsiteX82" fmla="*/ 2557463 w 2871788"/>
              <a:gd name="connsiteY82" fmla="*/ 600075 h 2586037"/>
              <a:gd name="connsiteX83" fmla="*/ 2600325 w 2871788"/>
              <a:gd name="connsiteY83" fmla="*/ 671512 h 2586037"/>
              <a:gd name="connsiteX84" fmla="*/ 2643188 w 2871788"/>
              <a:gd name="connsiteY84" fmla="*/ 814387 h 2586037"/>
              <a:gd name="connsiteX85" fmla="*/ 2628900 w 2871788"/>
              <a:gd name="connsiteY85" fmla="*/ 1114425 h 2586037"/>
              <a:gd name="connsiteX86" fmla="*/ 2600325 w 2871788"/>
              <a:gd name="connsiteY86" fmla="*/ 1214437 h 2586037"/>
              <a:gd name="connsiteX87" fmla="*/ 2514600 w 2871788"/>
              <a:gd name="connsiteY87" fmla="*/ 1428750 h 2586037"/>
              <a:gd name="connsiteX88" fmla="*/ 2471738 w 2871788"/>
              <a:gd name="connsiteY88" fmla="*/ 1514475 h 2586037"/>
              <a:gd name="connsiteX89" fmla="*/ 2414588 w 2871788"/>
              <a:gd name="connsiteY89" fmla="*/ 1585912 h 2586037"/>
              <a:gd name="connsiteX90" fmla="*/ 2228850 w 2871788"/>
              <a:gd name="connsiteY90" fmla="*/ 1771650 h 2586037"/>
              <a:gd name="connsiteX91" fmla="*/ 1900238 w 2871788"/>
              <a:gd name="connsiteY91" fmla="*/ 1885950 h 2586037"/>
              <a:gd name="connsiteX92" fmla="*/ 1743075 w 2871788"/>
              <a:gd name="connsiteY92" fmla="*/ 1900237 h 2586037"/>
              <a:gd name="connsiteX93" fmla="*/ 1443038 w 2871788"/>
              <a:gd name="connsiteY93" fmla="*/ 1857375 h 2586037"/>
              <a:gd name="connsiteX94" fmla="*/ 1271588 w 2871788"/>
              <a:gd name="connsiteY94" fmla="*/ 1800225 h 2586037"/>
              <a:gd name="connsiteX95" fmla="*/ 1000125 w 2871788"/>
              <a:gd name="connsiteY95" fmla="*/ 1600200 h 2586037"/>
              <a:gd name="connsiteX96" fmla="*/ 885825 w 2871788"/>
              <a:gd name="connsiteY96" fmla="*/ 1471612 h 2586037"/>
              <a:gd name="connsiteX97" fmla="*/ 742950 w 2871788"/>
              <a:gd name="connsiteY97" fmla="*/ 1200150 h 2586037"/>
              <a:gd name="connsiteX98" fmla="*/ 628650 w 2871788"/>
              <a:gd name="connsiteY98" fmla="*/ 971550 h 2586037"/>
              <a:gd name="connsiteX99" fmla="*/ 571500 w 2871788"/>
              <a:gd name="connsiteY99" fmla="*/ 857250 h 2586037"/>
              <a:gd name="connsiteX100" fmla="*/ 500063 w 2871788"/>
              <a:gd name="connsiteY100" fmla="*/ 642937 h 2586037"/>
              <a:gd name="connsiteX101" fmla="*/ 485775 w 2871788"/>
              <a:gd name="connsiteY101" fmla="*/ 500062 h 2586037"/>
              <a:gd name="connsiteX102" fmla="*/ 500063 w 2871788"/>
              <a:gd name="connsiteY102" fmla="*/ 142875 h 2586037"/>
              <a:gd name="connsiteX103" fmla="*/ 528638 w 2871788"/>
              <a:gd name="connsiteY103" fmla="*/ 100012 h 2586037"/>
              <a:gd name="connsiteX104" fmla="*/ 628650 w 2871788"/>
              <a:gd name="connsiteY104" fmla="*/ 42862 h 2586037"/>
              <a:gd name="connsiteX105" fmla="*/ 757238 w 2871788"/>
              <a:gd name="connsiteY105" fmla="*/ 28575 h 2586037"/>
              <a:gd name="connsiteX106" fmla="*/ 1085850 w 2871788"/>
              <a:gd name="connsiteY106" fmla="*/ 0 h 2586037"/>
              <a:gd name="connsiteX107" fmla="*/ 1543050 w 2871788"/>
              <a:gd name="connsiteY107" fmla="*/ 14287 h 2586037"/>
              <a:gd name="connsiteX108" fmla="*/ 1585913 w 2871788"/>
              <a:gd name="connsiteY108" fmla="*/ 71437 h 2586037"/>
              <a:gd name="connsiteX109" fmla="*/ 1600200 w 2871788"/>
              <a:gd name="connsiteY109" fmla="*/ 142875 h 2586037"/>
              <a:gd name="connsiteX110" fmla="*/ 1628775 w 2871788"/>
              <a:gd name="connsiteY110" fmla="*/ 271462 h 2586037"/>
              <a:gd name="connsiteX111" fmla="*/ 1643063 w 2871788"/>
              <a:gd name="connsiteY111" fmla="*/ 357187 h 2586037"/>
              <a:gd name="connsiteX112" fmla="*/ 1671638 w 2871788"/>
              <a:gd name="connsiteY112" fmla="*/ 471487 h 2586037"/>
              <a:gd name="connsiteX113" fmla="*/ 1757363 w 2871788"/>
              <a:gd name="connsiteY113" fmla="*/ 771525 h 2586037"/>
              <a:gd name="connsiteX114" fmla="*/ 1814513 w 2871788"/>
              <a:gd name="connsiteY114" fmla="*/ 971550 h 2586037"/>
              <a:gd name="connsiteX115" fmla="*/ 1843088 w 2871788"/>
              <a:gd name="connsiteY115" fmla="*/ 1157287 h 2586037"/>
              <a:gd name="connsiteX116" fmla="*/ 1828800 w 2871788"/>
              <a:gd name="connsiteY116" fmla="*/ 1385887 h 2586037"/>
              <a:gd name="connsiteX117" fmla="*/ 1771650 w 2871788"/>
              <a:gd name="connsiteY117" fmla="*/ 1428750 h 2586037"/>
              <a:gd name="connsiteX118" fmla="*/ 1585913 w 2871788"/>
              <a:gd name="connsiteY118" fmla="*/ 1528762 h 2586037"/>
              <a:gd name="connsiteX119" fmla="*/ 1343025 w 2871788"/>
              <a:gd name="connsiteY119" fmla="*/ 1628775 h 2586037"/>
              <a:gd name="connsiteX120" fmla="*/ 1200150 w 2871788"/>
              <a:gd name="connsiteY120" fmla="*/ 1685925 h 2586037"/>
              <a:gd name="connsiteX121" fmla="*/ 1071563 w 2871788"/>
              <a:gd name="connsiteY121" fmla="*/ 1728787 h 2586037"/>
              <a:gd name="connsiteX122" fmla="*/ 957263 w 2871788"/>
              <a:gd name="connsiteY122" fmla="*/ 1771650 h 2586037"/>
              <a:gd name="connsiteX123" fmla="*/ 671513 w 2871788"/>
              <a:gd name="connsiteY123" fmla="*/ 1828800 h 2586037"/>
              <a:gd name="connsiteX124" fmla="*/ 514350 w 2871788"/>
              <a:gd name="connsiteY124" fmla="*/ 1843087 h 2586037"/>
              <a:gd name="connsiteX125" fmla="*/ 185738 w 2871788"/>
              <a:gd name="connsiteY125" fmla="*/ 1828800 h 2586037"/>
              <a:gd name="connsiteX126" fmla="*/ 142875 w 2871788"/>
              <a:gd name="connsiteY126" fmla="*/ 1814512 h 2586037"/>
              <a:gd name="connsiteX127" fmla="*/ 114300 w 2871788"/>
              <a:gd name="connsiteY127" fmla="*/ 1771650 h 2586037"/>
              <a:gd name="connsiteX128" fmla="*/ 85725 w 2871788"/>
              <a:gd name="connsiteY128" fmla="*/ 1700212 h 2586037"/>
              <a:gd name="connsiteX129" fmla="*/ 71438 w 2871788"/>
              <a:gd name="connsiteY129" fmla="*/ 1628775 h 2586037"/>
              <a:gd name="connsiteX130" fmla="*/ 42863 w 2871788"/>
              <a:gd name="connsiteY130" fmla="*/ 1528762 h 2586037"/>
              <a:gd name="connsiteX131" fmla="*/ 0 w 2871788"/>
              <a:gd name="connsiteY131" fmla="*/ 1371600 h 2586037"/>
              <a:gd name="connsiteX132" fmla="*/ 14288 w 2871788"/>
              <a:gd name="connsiteY132" fmla="*/ 971550 h 2586037"/>
              <a:gd name="connsiteX133" fmla="*/ 28575 w 2871788"/>
              <a:gd name="connsiteY133" fmla="*/ 928687 h 2586037"/>
              <a:gd name="connsiteX134" fmla="*/ 128588 w 2871788"/>
              <a:gd name="connsiteY134" fmla="*/ 900112 h 2586037"/>
              <a:gd name="connsiteX135" fmla="*/ 214313 w 2871788"/>
              <a:gd name="connsiteY135" fmla="*/ 871537 h 2586037"/>
              <a:gd name="connsiteX136" fmla="*/ 314325 w 2871788"/>
              <a:gd name="connsiteY136" fmla="*/ 842962 h 2586037"/>
              <a:gd name="connsiteX137" fmla="*/ 442913 w 2871788"/>
              <a:gd name="connsiteY137" fmla="*/ 785812 h 2586037"/>
              <a:gd name="connsiteX138" fmla="*/ 600075 w 2871788"/>
              <a:gd name="connsiteY138" fmla="*/ 757237 h 2586037"/>
              <a:gd name="connsiteX139" fmla="*/ 857250 w 2871788"/>
              <a:gd name="connsiteY139" fmla="*/ 714375 h 2586037"/>
              <a:gd name="connsiteX140" fmla="*/ 1157288 w 2871788"/>
              <a:gd name="connsiteY140" fmla="*/ 742950 h 2586037"/>
              <a:gd name="connsiteX141" fmla="*/ 1314450 w 2871788"/>
              <a:gd name="connsiteY141" fmla="*/ 785812 h 2586037"/>
              <a:gd name="connsiteX142" fmla="*/ 1514475 w 2871788"/>
              <a:gd name="connsiteY142" fmla="*/ 871537 h 2586037"/>
              <a:gd name="connsiteX143" fmla="*/ 1657350 w 2871788"/>
              <a:gd name="connsiteY143" fmla="*/ 971550 h 2586037"/>
              <a:gd name="connsiteX144" fmla="*/ 1728788 w 2871788"/>
              <a:gd name="connsiteY144" fmla="*/ 1014412 h 2586037"/>
              <a:gd name="connsiteX145" fmla="*/ 1885950 w 2871788"/>
              <a:gd name="connsiteY145" fmla="*/ 1143000 h 2586037"/>
              <a:gd name="connsiteX146" fmla="*/ 1957388 w 2871788"/>
              <a:gd name="connsiteY146" fmla="*/ 1200150 h 2586037"/>
              <a:gd name="connsiteX147" fmla="*/ 2000250 w 2871788"/>
              <a:gd name="connsiteY147" fmla="*/ 1271587 h 2586037"/>
              <a:gd name="connsiteX148" fmla="*/ 2043113 w 2871788"/>
              <a:gd name="connsiteY148" fmla="*/ 1328737 h 2586037"/>
              <a:gd name="connsiteX149" fmla="*/ 2057400 w 2871788"/>
              <a:gd name="connsiteY149" fmla="*/ 1371600 h 2586037"/>
              <a:gd name="connsiteX150" fmla="*/ 2085975 w 2871788"/>
              <a:gd name="connsiteY150" fmla="*/ 1443037 h 2586037"/>
              <a:gd name="connsiteX151" fmla="*/ 2100263 w 2871788"/>
              <a:gd name="connsiteY151" fmla="*/ 1585912 h 2586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2871788" h="2586037">
                <a:moveTo>
                  <a:pt x="628650" y="942975"/>
                </a:moveTo>
                <a:lnTo>
                  <a:pt x="1285875" y="957262"/>
                </a:lnTo>
                <a:cubicBezTo>
                  <a:pt x="1347459" y="963633"/>
                  <a:pt x="1399072" y="1007729"/>
                  <a:pt x="1457325" y="1028700"/>
                </a:cubicBezTo>
                <a:cubicBezTo>
                  <a:pt x="2001253" y="1224515"/>
                  <a:pt x="1332527" y="955771"/>
                  <a:pt x="1785938" y="1157287"/>
                </a:cubicBezTo>
                <a:cubicBezTo>
                  <a:pt x="1953578" y="1231794"/>
                  <a:pt x="1849518" y="1162111"/>
                  <a:pt x="1957388" y="1243012"/>
                </a:cubicBezTo>
                <a:cubicBezTo>
                  <a:pt x="1966913" y="1266825"/>
                  <a:pt x="1985963" y="1288803"/>
                  <a:pt x="1985963" y="1314450"/>
                </a:cubicBezTo>
                <a:cubicBezTo>
                  <a:pt x="1985963" y="1334914"/>
                  <a:pt x="1948212" y="1409351"/>
                  <a:pt x="1928813" y="1428750"/>
                </a:cubicBezTo>
                <a:cubicBezTo>
                  <a:pt x="1911975" y="1445588"/>
                  <a:pt x="1889071" y="1455364"/>
                  <a:pt x="1871663" y="1471612"/>
                </a:cubicBezTo>
                <a:cubicBezTo>
                  <a:pt x="1817501" y="1522163"/>
                  <a:pt x="1772352" y="1582493"/>
                  <a:pt x="1714500" y="1628775"/>
                </a:cubicBezTo>
                <a:cubicBezTo>
                  <a:pt x="1623145" y="1701859"/>
                  <a:pt x="1544879" y="1771238"/>
                  <a:pt x="1443038" y="1828800"/>
                </a:cubicBezTo>
                <a:cubicBezTo>
                  <a:pt x="1378142" y="1865480"/>
                  <a:pt x="1317102" y="1920580"/>
                  <a:pt x="1243013" y="1928812"/>
                </a:cubicBezTo>
                <a:lnTo>
                  <a:pt x="1114425" y="1943100"/>
                </a:lnTo>
                <a:cubicBezTo>
                  <a:pt x="1009650" y="1938337"/>
                  <a:pt x="904236" y="1941308"/>
                  <a:pt x="800100" y="1928812"/>
                </a:cubicBezTo>
                <a:cubicBezTo>
                  <a:pt x="783051" y="1926766"/>
                  <a:pt x="766763" y="1914524"/>
                  <a:pt x="757238" y="1900237"/>
                </a:cubicBezTo>
                <a:cubicBezTo>
                  <a:pt x="746346" y="1883899"/>
                  <a:pt x="747713" y="1862137"/>
                  <a:pt x="742950" y="1843087"/>
                </a:cubicBezTo>
                <a:cubicBezTo>
                  <a:pt x="726529" y="1711714"/>
                  <a:pt x="715209" y="1681337"/>
                  <a:pt x="742950" y="1528762"/>
                </a:cubicBezTo>
                <a:cubicBezTo>
                  <a:pt x="761874" y="1424679"/>
                  <a:pt x="787869" y="1424637"/>
                  <a:pt x="828675" y="1343025"/>
                </a:cubicBezTo>
                <a:cubicBezTo>
                  <a:pt x="840145" y="1320086"/>
                  <a:pt x="844969" y="1294102"/>
                  <a:pt x="857250" y="1271587"/>
                </a:cubicBezTo>
                <a:cubicBezTo>
                  <a:pt x="873695" y="1241438"/>
                  <a:pt x="893234" y="1212907"/>
                  <a:pt x="914400" y="1185862"/>
                </a:cubicBezTo>
                <a:cubicBezTo>
                  <a:pt x="1121705" y="920972"/>
                  <a:pt x="1179621" y="864295"/>
                  <a:pt x="1457325" y="614362"/>
                </a:cubicBezTo>
                <a:cubicBezTo>
                  <a:pt x="1496355" y="579236"/>
                  <a:pt x="1633933" y="445733"/>
                  <a:pt x="1700213" y="414337"/>
                </a:cubicBezTo>
                <a:cubicBezTo>
                  <a:pt x="1824416" y="355504"/>
                  <a:pt x="1865218" y="357993"/>
                  <a:pt x="1985963" y="342900"/>
                </a:cubicBezTo>
                <a:cubicBezTo>
                  <a:pt x="2147888" y="357187"/>
                  <a:pt x="2312055" y="355346"/>
                  <a:pt x="2471738" y="385762"/>
                </a:cubicBezTo>
                <a:cubicBezTo>
                  <a:pt x="2515874" y="394169"/>
                  <a:pt x="2550094" y="430242"/>
                  <a:pt x="2586038" y="457200"/>
                </a:cubicBezTo>
                <a:cubicBezTo>
                  <a:pt x="2705000" y="546422"/>
                  <a:pt x="2708088" y="567177"/>
                  <a:pt x="2800350" y="685800"/>
                </a:cubicBezTo>
                <a:cubicBezTo>
                  <a:pt x="2817170" y="730654"/>
                  <a:pt x="2871788" y="863140"/>
                  <a:pt x="2871788" y="914400"/>
                </a:cubicBezTo>
                <a:cubicBezTo>
                  <a:pt x="2871788" y="1033843"/>
                  <a:pt x="2869828" y="1155147"/>
                  <a:pt x="2843213" y="1271587"/>
                </a:cubicBezTo>
                <a:cubicBezTo>
                  <a:pt x="2830837" y="1325730"/>
                  <a:pt x="2788810" y="1368597"/>
                  <a:pt x="2757488" y="1414462"/>
                </a:cubicBezTo>
                <a:cubicBezTo>
                  <a:pt x="2655390" y="1563963"/>
                  <a:pt x="2566689" y="1725027"/>
                  <a:pt x="2443163" y="1857375"/>
                </a:cubicBezTo>
                <a:cubicBezTo>
                  <a:pt x="2291638" y="2019723"/>
                  <a:pt x="2227686" y="2110196"/>
                  <a:pt x="2043113" y="2228850"/>
                </a:cubicBezTo>
                <a:cubicBezTo>
                  <a:pt x="1967850" y="2277233"/>
                  <a:pt x="1748848" y="2374442"/>
                  <a:pt x="1657350" y="2400300"/>
                </a:cubicBezTo>
                <a:cubicBezTo>
                  <a:pt x="1482968" y="2449582"/>
                  <a:pt x="1153453" y="2529398"/>
                  <a:pt x="942975" y="2557462"/>
                </a:cubicBezTo>
                <a:cubicBezTo>
                  <a:pt x="881424" y="2565669"/>
                  <a:pt x="819078" y="2566128"/>
                  <a:pt x="757238" y="2571750"/>
                </a:cubicBezTo>
                <a:cubicBezTo>
                  <a:pt x="714289" y="2575654"/>
                  <a:pt x="671513" y="2581275"/>
                  <a:pt x="628650" y="2586037"/>
                </a:cubicBezTo>
                <a:cubicBezTo>
                  <a:pt x="595313" y="2581275"/>
                  <a:pt x="561127" y="2580611"/>
                  <a:pt x="528638" y="2571750"/>
                </a:cubicBezTo>
                <a:cubicBezTo>
                  <a:pt x="464713" y="2554316"/>
                  <a:pt x="444697" y="2518167"/>
                  <a:pt x="414338" y="2457450"/>
                </a:cubicBezTo>
                <a:cubicBezTo>
                  <a:pt x="391399" y="2411572"/>
                  <a:pt x="370789" y="2364033"/>
                  <a:pt x="357188" y="2314575"/>
                </a:cubicBezTo>
                <a:cubicBezTo>
                  <a:pt x="318286" y="2173114"/>
                  <a:pt x="277923" y="2031188"/>
                  <a:pt x="257175" y="1885950"/>
                </a:cubicBezTo>
                <a:cubicBezTo>
                  <a:pt x="200776" y="1491149"/>
                  <a:pt x="224366" y="1686439"/>
                  <a:pt x="185738" y="1300162"/>
                </a:cubicBezTo>
                <a:cubicBezTo>
                  <a:pt x="195649" y="1164711"/>
                  <a:pt x="115348" y="813340"/>
                  <a:pt x="271463" y="657225"/>
                </a:cubicBezTo>
                <a:cubicBezTo>
                  <a:pt x="320007" y="608681"/>
                  <a:pt x="446328" y="589217"/>
                  <a:pt x="485775" y="585787"/>
                </a:cubicBezTo>
                <a:lnTo>
                  <a:pt x="814388" y="557212"/>
                </a:lnTo>
                <a:lnTo>
                  <a:pt x="1428750" y="571500"/>
                </a:lnTo>
                <a:cubicBezTo>
                  <a:pt x="1485944" y="577855"/>
                  <a:pt x="1534443" y="617202"/>
                  <a:pt x="1585913" y="642937"/>
                </a:cubicBezTo>
                <a:cubicBezTo>
                  <a:pt x="1700114" y="700037"/>
                  <a:pt x="1921983" y="798707"/>
                  <a:pt x="2014538" y="914400"/>
                </a:cubicBezTo>
                <a:cubicBezTo>
                  <a:pt x="2033588" y="938212"/>
                  <a:pt x="2054200" y="960855"/>
                  <a:pt x="2071688" y="985837"/>
                </a:cubicBezTo>
                <a:cubicBezTo>
                  <a:pt x="2106275" y="1035248"/>
                  <a:pt x="2130560" y="1089295"/>
                  <a:pt x="2157413" y="1143000"/>
                </a:cubicBezTo>
                <a:cubicBezTo>
                  <a:pt x="2162175" y="1166812"/>
                  <a:pt x="2165311" y="1191009"/>
                  <a:pt x="2171700" y="1214437"/>
                </a:cubicBezTo>
                <a:cubicBezTo>
                  <a:pt x="2179625" y="1243496"/>
                  <a:pt x="2199439" y="1270053"/>
                  <a:pt x="2200275" y="1300162"/>
                </a:cubicBezTo>
                <a:cubicBezTo>
                  <a:pt x="2204245" y="1443061"/>
                  <a:pt x="2199541" y="1586477"/>
                  <a:pt x="2185988" y="1728787"/>
                </a:cubicBezTo>
                <a:cubicBezTo>
                  <a:pt x="2180403" y="1787431"/>
                  <a:pt x="2156770" y="1842930"/>
                  <a:pt x="2143125" y="1900237"/>
                </a:cubicBezTo>
                <a:cubicBezTo>
                  <a:pt x="2132955" y="1942951"/>
                  <a:pt x="2126939" y="1986701"/>
                  <a:pt x="2114550" y="2028825"/>
                </a:cubicBezTo>
                <a:cubicBezTo>
                  <a:pt x="2092527" y="2103703"/>
                  <a:pt x="2059491" y="2178919"/>
                  <a:pt x="2014538" y="2243137"/>
                </a:cubicBezTo>
                <a:cubicBezTo>
                  <a:pt x="1986596" y="2283054"/>
                  <a:pt x="1941508" y="2306640"/>
                  <a:pt x="1900238" y="2328862"/>
                </a:cubicBezTo>
                <a:cubicBezTo>
                  <a:pt x="1862732" y="2349057"/>
                  <a:pt x="1825488" y="2370192"/>
                  <a:pt x="1785938" y="2386012"/>
                </a:cubicBezTo>
                <a:cubicBezTo>
                  <a:pt x="1730005" y="2408385"/>
                  <a:pt x="1672065" y="2425446"/>
                  <a:pt x="1614488" y="2443162"/>
                </a:cubicBezTo>
                <a:cubicBezTo>
                  <a:pt x="1473553" y="2486527"/>
                  <a:pt x="1371904" y="2513346"/>
                  <a:pt x="1228725" y="2543175"/>
                </a:cubicBezTo>
                <a:cubicBezTo>
                  <a:pt x="1176598" y="2554035"/>
                  <a:pt x="1123950" y="2562225"/>
                  <a:pt x="1071563" y="2571750"/>
                </a:cubicBezTo>
                <a:cubicBezTo>
                  <a:pt x="995363" y="2562225"/>
                  <a:pt x="916517" y="2565241"/>
                  <a:pt x="842963" y="2543175"/>
                </a:cubicBezTo>
                <a:cubicBezTo>
                  <a:pt x="817158" y="2535434"/>
                  <a:pt x="803346" y="2506480"/>
                  <a:pt x="785813" y="2486025"/>
                </a:cubicBezTo>
                <a:cubicBezTo>
                  <a:pt x="746121" y="2439718"/>
                  <a:pt x="698789" y="2397701"/>
                  <a:pt x="671513" y="2343150"/>
                </a:cubicBezTo>
                <a:cubicBezTo>
                  <a:pt x="657225" y="2314575"/>
                  <a:pt x="640119" y="2287243"/>
                  <a:pt x="628650" y="2257425"/>
                </a:cubicBezTo>
                <a:cubicBezTo>
                  <a:pt x="616204" y="2225064"/>
                  <a:pt x="610271" y="2190550"/>
                  <a:pt x="600075" y="2157412"/>
                </a:cubicBezTo>
                <a:cubicBezTo>
                  <a:pt x="591217" y="2128623"/>
                  <a:pt x="581025" y="2100262"/>
                  <a:pt x="571500" y="2071687"/>
                </a:cubicBezTo>
                <a:cubicBezTo>
                  <a:pt x="566738" y="2038350"/>
                  <a:pt x="562334" y="2004959"/>
                  <a:pt x="557213" y="1971675"/>
                </a:cubicBezTo>
                <a:cubicBezTo>
                  <a:pt x="552808" y="1943043"/>
                  <a:pt x="541402" y="1914879"/>
                  <a:pt x="542925" y="1885950"/>
                </a:cubicBezTo>
                <a:cubicBezTo>
                  <a:pt x="546217" y="1823396"/>
                  <a:pt x="557911" y="1761361"/>
                  <a:pt x="571500" y="1700212"/>
                </a:cubicBezTo>
                <a:cubicBezTo>
                  <a:pt x="584807" y="1640333"/>
                  <a:pt x="607854" y="1625693"/>
                  <a:pt x="628650" y="1571625"/>
                </a:cubicBezTo>
                <a:cubicBezTo>
                  <a:pt x="644869" y="1529455"/>
                  <a:pt x="654136" y="1484743"/>
                  <a:pt x="671513" y="1443037"/>
                </a:cubicBezTo>
                <a:cubicBezTo>
                  <a:pt x="695325" y="1385887"/>
                  <a:pt x="725941" y="1331117"/>
                  <a:pt x="742950" y="1271587"/>
                </a:cubicBezTo>
                <a:cubicBezTo>
                  <a:pt x="780897" y="1138773"/>
                  <a:pt x="779954" y="1126141"/>
                  <a:pt x="857250" y="971550"/>
                </a:cubicBezTo>
                <a:cubicBezTo>
                  <a:pt x="884103" y="917845"/>
                  <a:pt x="908388" y="863798"/>
                  <a:pt x="942975" y="814387"/>
                </a:cubicBezTo>
                <a:cubicBezTo>
                  <a:pt x="1043305" y="671057"/>
                  <a:pt x="958314" y="801695"/>
                  <a:pt x="1042988" y="700087"/>
                </a:cubicBezTo>
                <a:cubicBezTo>
                  <a:pt x="1053981" y="686896"/>
                  <a:pt x="1058155" y="667952"/>
                  <a:pt x="1071563" y="657225"/>
                </a:cubicBezTo>
                <a:cubicBezTo>
                  <a:pt x="1083323" y="647817"/>
                  <a:pt x="1100955" y="649672"/>
                  <a:pt x="1114425" y="642937"/>
                </a:cubicBezTo>
                <a:cubicBezTo>
                  <a:pt x="1129784" y="635258"/>
                  <a:pt x="1142379" y="622881"/>
                  <a:pt x="1157288" y="614362"/>
                </a:cubicBezTo>
                <a:cubicBezTo>
                  <a:pt x="1185949" y="597984"/>
                  <a:pt x="1256589" y="565199"/>
                  <a:pt x="1285875" y="557212"/>
                </a:cubicBezTo>
                <a:cubicBezTo>
                  <a:pt x="1313823" y="549590"/>
                  <a:pt x="1343373" y="549439"/>
                  <a:pt x="1371600" y="542925"/>
                </a:cubicBezTo>
                <a:cubicBezTo>
                  <a:pt x="1405384" y="535129"/>
                  <a:pt x="1437535" y="520740"/>
                  <a:pt x="1471613" y="514350"/>
                </a:cubicBezTo>
                <a:cubicBezTo>
                  <a:pt x="1503688" y="508336"/>
                  <a:pt x="1717194" y="489304"/>
                  <a:pt x="1743075" y="485775"/>
                </a:cubicBezTo>
                <a:cubicBezTo>
                  <a:pt x="1800482" y="477947"/>
                  <a:pt x="1857375" y="466725"/>
                  <a:pt x="1914525" y="457200"/>
                </a:cubicBezTo>
                <a:cubicBezTo>
                  <a:pt x="2100263" y="461962"/>
                  <a:pt x="2286776" y="453872"/>
                  <a:pt x="2471738" y="471487"/>
                </a:cubicBezTo>
                <a:cubicBezTo>
                  <a:pt x="2506265" y="474775"/>
                  <a:pt x="2554460" y="594570"/>
                  <a:pt x="2557463" y="600075"/>
                </a:cubicBezTo>
                <a:cubicBezTo>
                  <a:pt x="2570761" y="624454"/>
                  <a:pt x="2587906" y="646674"/>
                  <a:pt x="2600325" y="671512"/>
                </a:cubicBezTo>
                <a:cubicBezTo>
                  <a:pt x="2631653" y="734168"/>
                  <a:pt x="2629803" y="747465"/>
                  <a:pt x="2643188" y="814387"/>
                </a:cubicBezTo>
                <a:cubicBezTo>
                  <a:pt x="2638425" y="914400"/>
                  <a:pt x="2639567" y="1014869"/>
                  <a:pt x="2628900" y="1114425"/>
                </a:cubicBezTo>
                <a:cubicBezTo>
                  <a:pt x="2625206" y="1148899"/>
                  <a:pt x="2611289" y="1181545"/>
                  <a:pt x="2600325" y="1214437"/>
                </a:cubicBezTo>
                <a:cubicBezTo>
                  <a:pt x="2580177" y="1274880"/>
                  <a:pt x="2541893" y="1369614"/>
                  <a:pt x="2514600" y="1428750"/>
                </a:cubicBezTo>
                <a:cubicBezTo>
                  <a:pt x="2501212" y="1457757"/>
                  <a:pt x="2488890" y="1487522"/>
                  <a:pt x="2471738" y="1514475"/>
                </a:cubicBezTo>
                <a:cubicBezTo>
                  <a:pt x="2455366" y="1540202"/>
                  <a:pt x="2432076" y="1560930"/>
                  <a:pt x="2414588" y="1585912"/>
                </a:cubicBezTo>
                <a:cubicBezTo>
                  <a:pt x="2350500" y="1677466"/>
                  <a:pt x="2371110" y="1710682"/>
                  <a:pt x="2228850" y="1771650"/>
                </a:cubicBezTo>
                <a:cubicBezTo>
                  <a:pt x="2073877" y="1838067"/>
                  <a:pt x="2047940" y="1863795"/>
                  <a:pt x="1900238" y="1885950"/>
                </a:cubicBezTo>
                <a:cubicBezTo>
                  <a:pt x="1848216" y="1893753"/>
                  <a:pt x="1795463" y="1895475"/>
                  <a:pt x="1743075" y="1900237"/>
                </a:cubicBezTo>
                <a:cubicBezTo>
                  <a:pt x="1637437" y="1889674"/>
                  <a:pt x="1546923" y="1884476"/>
                  <a:pt x="1443038" y="1857375"/>
                </a:cubicBezTo>
                <a:cubicBezTo>
                  <a:pt x="1384747" y="1842169"/>
                  <a:pt x="1328738" y="1819275"/>
                  <a:pt x="1271588" y="1800225"/>
                </a:cubicBezTo>
                <a:cubicBezTo>
                  <a:pt x="1210788" y="1757664"/>
                  <a:pt x="1056386" y="1653152"/>
                  <a:pt x="1000125" y="1600200"/>
                </a:cubicBezTo>
                <a:cubicBezTo>
                  <a:pt x="958364" y="1560896"/>
                  <a:pt x="919844" y="1517781"/>
                  <a:pt x="885825" y="1471612"/>
                </a:cubicBezTo>
                <a:cubicBezTo>
                  <a:pt x="801132" y="1356671"/>
                  <a:pt x="801405" y="1321931"/>
                  <a:pt x="742950" y="1200150"/>
                </a:cubicBezTo>
                <a:cubicBezTo>
                  <a:pt x="706084" y="1123345"/>
                  <a:pt x="666750" y="1047750"/>
                  <a:pt x="628650" y="971550"/>
                </a:cubicBezTo>
                <a:cubicBezTo>
                  <a:pt x="609600" y="933450"/>
                  <a:pt x="583202" y="898208"/>
                  <a:pt x="571500" y="857250"/>
                </a:cubicBezTo>
                <a:cubicBezTo>
                  <a:pt x="531746" y="718112"/>
                  <a:pt x="555099" y="789701"/>
                  <a:pt x="500063" y="642937"/>
                </a:cubicBezTo>
                <a:cubicBezTo>
                  <a:pt x="495300" y="595312"/>
                  <a:pt x="485775" y="547925"/>
                  <a:pt x="485775" y="500062"/>
                </a:cubicBezTo>
                <a:cubicBezTo>
                  <a:pt x="485775" y="380904"/>
                  <a:pt x="487369" y="261354"/>
                  <a:pt x="500063" y="142875"/>
                </a:cubicBezTo>
                <a:cubicBezTo>
                  <a:pt x="501892" y="125801"/>
                  <a:pt x="516496" y="112154"/>
                  <a:pt x="528638" y="100012"/>
                </a:cubicBezTo>
                <a:cubicBezTo>
                  <a:pt x="542509" y="86141"/>
                  <a:pt x="614082" y="46224"/>
                  <a:pt x="628650" y="42862"/>
                </a:cubicBezTo>
                <a:cubicBezTo>
                  <a:pt x="670672" y="33165"/>
                  <a:pt x="714490" y="34275"/>
                  <a:pt x="757238" y="28575"/>
                </a:cubicBezTo>
                <a:cubicBezTo>
                  <a:pt x="997113" y="-3408"/>
                  <a:pt x="606449" y="28199"/>
                  <a:pt x="1085850" y="0"/>
                </a:cubicBezTo>
                <a:lnTo>
                  <a:pt x="1543050" y="14287"/>
                </a:lnTo>
                <a:cubicBezTo>
                  <a:pt x="1566623" y="17655"/>
                  <a:pt x="1576242" y="49677"/>
                  <a:pt x="1585913" y="71437"/>
                </a:cubicBezTo>
                <a:cubicBezTo>
                  <a:pt x="1595776" y="93628"/>
                  <a:pt x="1594932" y="119169"/>
                  <a:pt x="1600200" y="142875"/>
                </a:cubicBezTo>
                <a:cubicBezTo>
                  <a:pt x="1623139" y="246102"/>
                  <a:pt x="1607222" y="152923"/>
                  <a:pt x="1628775" y="271462"/>
                </a:cubicBezTo>
                <a:cubicBezTo>
                  <a:pt x="1633957" y="299964"/>
                  <a:pt x="1636993" y="328861"/>
                  <a:pt x="1643063" y="357187"/>
                </a:cubicBezTo>
                <a:cubicBezTo>
                  <a:pt x="1651292" y="395588"/>
                  <a:pt x="1661305" y="433598"/>
                  <a:pt x="1671638" y="471487"/>
                </a:cubicBezTo>
                <a:cubicBezTo>
                  <a:pt x="1699006" y="571837"/>
                  <a:pt x="1728788" y="671512"/>
                  <a:pt x="1757363" y="771525"/>
                </a:cubicBezTo>
                <a:cubicBezTo>
                  <a:pt x="1757364" y="771529"/>
                  <a:pt x="1814512" y="971547"/>
                  <a:pt x="1814513" y="971550"/>
                </a:cubicBezTo>
                <a:cubicBezTo>
                  <a:pt x="1834336" y="1090493"/>
                  <a:pt x="1824703" y="1028597"/>
                  <a:pt x="1843088" y="1157287"/>
                </a:cubicBezTo>
                <a:cubicBezTo>
                  <a:pt x="1838325" y="1233487"/>
                  <a:pt x="1848230" y="1312052"/>
                  <a:pt x="1828800" y="1385887"/>
                </a:cubicBezTo>
                <a:cubicBezTo>
                  <a:pt x="1822740" y="1408916"/>
                  <a:pt x="1791463" y="1415541"/>
                  <a:pt x="1771650" y="1428750"/>
                </a:cubicBezTo>
                <a:cubicBezTo>
                  <a:pt x="1723323" y="1460968"/>
                  <a:pt x="1633572" y="1509138"/>
                  <a:pt x="1585913" y="1528762"/>
                </a:cubicBezTo>
                <a:lnTo>
                  <a:pt x="1343025" y="1628775"/>
                </a:lnTo>
                <a:cubicBezTo>
                  <a:pt x="1295522" y="1648128"/>
                  <a:pt x="1248812" y="1669705"/>
                  <a:pt x="1200150" y="1685925"/>
                </a:cubicBezTo>
                <a:lnTo>
                  <a:pt x="1071563" y="1728787"/>
                </a:lnTo>
                <a:cubicBezTo>
                  <a:pt x="1033192" y="1742330"/>
                  <a:pt x="996102" y="1759513"/>
                  <a:pt x="957263" y="1771650"/>
                </a:cubicBezTo>
                <a:cubicBezTo>
                  <a:pt x="883557" y="1794683"/>
                  <a:pt x="738890" y="1822675"/>
                  <a:pt x="671513" y="1828800"/>
                </a:cubicBezTo>
                <a:lnTo>
                  <a:pt x="514350" y="1843087"/>
                </a:lnTo>
                <a:cubicBezTo>
                  <a:pt x="404813" y="1838325"/>
                  <a:pt x="295056" y="1837209"/>
                  <a:pt x="185738" y="1828800"/>
                </a:cubicBezTo>
                <a:cubicBezTo>
                  <a:pt x="170722" y="1827645"/>
                  <a:pt x="154635" y="1823920"/>
                  <a:pt x="142875" y="1814512"/>
                </a:cubicBezTo>
                <a:cubicBezTo>
                  <a:pt x="129466" y="1803785"/>
                  <a:pt x="121979" y="1787008"/>
                  <a:pt x="114300" y="1771650"/>
                </a:cubicBezTo>
                <a:cubicBezTo>
                  <a:pt x="102830" y="1748711"/>
                  <a:pt x="95250" y="1724025"/>
                  <a:pt x="85725" y="1700212"/>
                </a:cubicBezTo>
                <a:cubicBezTo>
                  <a:pt x="80963" y="1676400"/>
                  <a:pt x="77328" y="1652334"/>
                  <a:pt x="71438" y="1628775"/>
                </a:cubicBezTo>
                <a:cubicBezTo>
                  <a:pt x="63029" y="1595139"/>
                  <a:pt x="50659" y="1562546"/>
                  <a:pt x="42863" y="1528762"/>
                </a:cubicBezTo>
                <a:cubicBezTo>
                  <a:pt x="7538" y="1375688"/>
                  <a:pt x="54225" y="1507163"/>
                  <a:pt x="0" y="1371600"/>
                </a:cubicBezTo>
                <a:cubicBezTo>
                  <a:pt x="4763" y="1238250"/>
                  <a:pt x="5697" y="1104708"/>
                  <a:pt x="14288" y="971550"/>
                </a:cubicBezTo>
                <a:cubicBezTo>
                  <a:pt x="15258" y="956521"/>
                  <a:pt x="17926" y="939336"/>
                  <a:pt x="28575" y="928687"/>
                </a:cubicBezTo>
                <a:cubicBezTo>
                  <a:pt x="35432" y="921830"/>
                  <a:pt x="128061" y="900270"/>
                  <a:pt x="128588" y="900112"/>
                </a:cubicBezTo>
                <a:cubicBezTo>
                  <a:pt x="157438" y="891457"/>
                  <a:pt x="185524" y="880395"/>
                  <a:pt x="214313" y="871537"/>
                </a:cubicBezTo>
                <a:cubicBezTo>
                  <a:pt x="247451" y="861341"/>
                  <a:pt x="281861" y="855136"/>
                  <a:pt x="314325" y="842962"/>
                </a:cubicBezTo>
                <a:cubicBezTo>
                  <a:pt x="358244" y="826492"/>
                  <a:pt x="397986" y="799290"/>
                  <a:pt x="442913" y="785812"/>
                </a:cubicBezTo>
                <a:cubicBezTo>
                  <a:pt x="493914" y="770512"/>
                  <a:pt x="547863" y="767679"/>
                  <a:pt x="600075" y="757237"/>
                </a:cubicBezTo>
                <a:cubicBezTo>
                  <a:pt x="813431" y="714566"/>
                  <a:pt x="643115" y="738167"/>
                  <a:pt x="857250" y="714375"/>
                </a:cubicBezTo>
                <a:cubicBezTo>
                  <a:pt x="901592" y="717331"/>
                  <a:pt x="1081410" y="722256"/>
                  <a:pt x="1157288" y="742950"/>
                </a:cubicBezTo>
                <a:cubicBezTo>
                  <a:pt x="1373611" y="801948"/>
                  <a:pt x="1070153" y="745097"/>
                  <a:pt x="1314450" y="785812"/>
                </a:cubicBezTo>
                <a:cubicBezTo>
                  <a:pt x="1353037" y="801247"/>
                  <a:pt x="1462961" y="840628"/>
                  <a:pt x="1514475" y="871537"/>
                </a:cubicBezTo>
                <a:cubicBezTo>
                  <a:pt x="1667055" y="963085"/>
                  <a:pt x="1540108" y="893389"/>
                  <a:pt x="1657350" y="971550"/>
                </a:cubicBezTo>
                <a:cubicBezTo>
                  <a:pt x="1680456" y="986954"/>
                  <a:pt x="1706572" y="997750"/>
                  <a:pt x="1728788" y="1014412"/>
                </a:cubicBezTo>
                <a:cubicBezTo>
                  <a:pt x="1782938" y="1055025"/>
                  <a:pt x="1833417" y="1100316"/>
                  <a:pt x="1885950" y="1143000"/>
                </a:cubicBezTo>
                <a:cubicBezTo>
                  <a:pt x="1909618" y="1162230"/>
                  <a:pt x="1957388" y="1200150"/>
                  <a:pt x="1957388" y="1200150"/>
                </a:cubicBezTo>
                <a:cubicBezTo>
                  <a:pt x="1971675" y="1223962"/>
                  <a:pt x="1984846" y="1248481"/>
                  <a:pt x="2000250" y="1271587"/>
                </a:cubicBezTo>
                <a:cubicBezTo>
                  <a:pt x="2013459" y="1291400"/>
                  <a:pt x="2031299" y="1308062"/>
                  <a:pt x="2043113" y="1328737"/>
                </a:cubicBezTo>
                <a:cubicBezTo>
                  <a:pt x="2050585" y="1341813"/>
                  <a:pt x="2052112" y="1357498"/>
                  <a:pt x="2057400" y="1371600"/>
                </a:cubicBezTo>
                <a:cubicBezTo>
                  <a:pt x="2066405" y="1395614"/>
                  <a:pt x="2078605" y="1418472"/>
                  <a:pt x="2085975" y="1443037"/>
                </a:cubicBezTo>
                <a:cubicBezTo>
                  <a:pt x="2104933" y="1506230"/>
                  <a:pt x="2100263" y="1521172"/>
                  <a:pt x="2100263" y="1585912"/>
                </a:cubicBezTo>
              </a:path>
            </a:pathLst>
          </a:cu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chemeClr val="tx1"/>
              </a:solidFill>
              <a:latin typeface="Oswald" pitchFamily="2" charset="77"/>
              <a:ea typeface="Roboto" panose="02000000000000000000" pitchFamily="2" charset="0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2D7664D-4608-F75B-92E4-C2A8D126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296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9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2" y="1775321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2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12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DUMPER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de Capture Mémoire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d'Exploitation NetBSD • 2026</a:t>
            </a:r>
            <a:endParaRPr lang="en-US" sz="1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42BE60C-DAA1-4C88-A0D7-F2C6482CB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150" y="103538"/>
            <a:ext cx="1313164" cy="108518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2A3C3BA-C8A2-4239-8BE5-C90AB289B44E}"/>
              </a:ext>
            </a:extLst>
          </p:cNvPr>
          <p:cNvSpPr txBox="1"/>
          <p:nvPr/>
        </p:nvSpPr>
        <p:spPr>
          <a:xfrm>
            <a:off x="5688992" y="3566160"/>
            <a:ext cx="33769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EQUIPE :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SIMO SOH  Yannick Dylan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TEMGOUA NJOUNANG Cedric Lionnel</a:t>
            </a:r>
            <a:endParaRPr lang="fr-CM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/>
            <a:endParaRPr lang="fr-CM" sz="1400" dirty="0">
              <a:solidFill>
                <a:schemeClr val="bg1"/>
              </a:solidFill>
              <a:latin typeface="Tw Cen MT" panose="020B0602020104020603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3861AFB-25B5-4344-973F-23F47B775FBB}"/>
              </a:ext>
            </a:extLst>
          </p:cNvPr>
          <p:cNvSpPr txBox="1"/>
          <p:nvPr/>
        </p:nvSpPr>
        <p:spPr>
          <a:xfrm>
            <a:off x="322510" y="3807470"/>
            <a:ext cx="3132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SOUS LA SUPERVISION DE </a:t>
            </a:r>
          </a:p>
          <a:p>
            <a:pPr defTabSz="457200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NGUIMBUS</a:t>
            </a:r>
            <a:endParaRPr lang="fr-CM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E834D0CD-6488-EC9F-0924-C8910117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CAHIER DE REALISATION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1282C-63BF-CA27-5FD2-3EA4DE6A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514350">
              <a:defRPr/>
            </a:pPr>
            <a:r>
              <a:rPr lang="en-US" sz="591" dirty="0">
                <a:solidFill>
                  <a:srgbClr val="3554AF"/>
                </a:solidFill>
                <a:latin typeface="Source Sans 3"/>
              </a:rPr>
              <a:t>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0D8D538-5D9C-0901-1C9F-4A298983140B}"/>
              </a:ext>
            </a:extLst>
          </p:cNvPr>
          <p:cNvGrpSpPr/>
          <p:nvPr/>
        </p:nvGrpSpPr>
        <p:grpSpPr>
          <a:xfrm>
            <a:off x="2018465" y="1348850"/>
            <a:ext cx="5455926" cy="2445801"/>
            <a:chOff x="1584661" y="1117786"/>
            <a:chExt cx="8571881" cy="4678791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39F21DC-9236-8202-425E-2CBF671EEE18}"/>
                </a:ext>
              </a:extLst>
            </p:cNvPr>
            <p:cNvCxnSpPr>
              <a:cxnSpLocks/>
              <a:stCxn id="54" idx="6"/>
              <a:endCxn id="9" idx="1"/>
            </p:cNvCxnSpPr>
            <p:nvPr/>
          </p:nvCxnSpPr>
          <p:spPr>
            <a:xfrm flipV="1">
              <a:off x="4575014" y="1367819"/>
              <a:ext cx="2264473" cy="518124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D7726333-E7F6-9E49-80D7-DF8D321AB6E5}"/>
                </a:ext>
              </a:extLst>
            </p:cNvPr>
            <p:cNvCxnSpPr>
              <a:cxnSpLocks/>
              <a:stCxn id="52" idx="6"/>
              <a:endCxn id="69" idx="1"/>
            </p:cNvCxnSpPr>
            <p:nvPr/>
          </p:nvCxnSpPr>
          <p:spPr>
            <a:xfrm flipV="1">
              <a:off x="4983036" y="2064273"/>
              <a:ext cx="1855490" cy="242594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8177A78-3D26-0357-7588-572473C2314C}"/>
                </a:ext>
              </a:extLst>
            </p:cNvPr>
            <p:cNvCxnSpPr>
              <a:cxnSpLocks/>
              <a:stCxn id="49" idx="6"/>
              <a:endCxn id="72" idx="1"/>
            </p:cNvCxnSpPr>
            <p:nvPr/>
          </p:nvCxnSpPr>
          <p:spPr>
            <a:xfrm flipV="1">
              <a:off x="5236960" y="2760727"/>
              <a:ext cx="1601726" cy="10453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A0253CB-2DA6-A060-F5C4-FC68B97E1A04}"/>
                </a:ext>
              </a:extLst>
            </p:cNvPr>
            <p:cNvCxnSpPr>
              <a:cxnSpLocks/>
              <a:stCxn id="48" idx="6"/>
              <a:endCxn id="57" idx="1"/>
            </p:cNvCxnSpPr>
            <p:nvPr/>
          </p:nvCxnSpPr>
          <p:spPr>
            <a:xfrm>
              <a:off x="5338250" y="3456413"/>
              <a:ext cx="1500596" cy="76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86F260B4-0EE0-59BD-ADD4-5DDF52E1158E}"/>
                </a:ext>
              </a:extLst>
            </p:cNvPr>
            <p:cNvCxnSpPr>
              <a:cxnSpLocks/>
              <a:stCxn id="50" idx="6"/>
              <a:endCxn id="60" idx="1"/>
            </p:cNvCxnSpPr>
            <p:nvPr/>
          </p:nvCxnSpPr>
          <p:spPr>
            <a:xfrm>
              <a:off x="5235466" y="4067753"/>
              <a:ext cx="1603540" cy="85884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254D8309-0722-03A3-B272-8176F862576F}"/>
                </a:ext>
              </a:extLst>
            </p:cNvPr>
            <p:cNvCxnSpPr>
              <a:cxnSpLocks/>
              <a:stCxn id="53" idx="6"/>
              <a:endCxn id="63" idx="1"/>
            </p:cNvCxnSpPr>
            <p:nvPr/>
          </p:nvCxnSpPr>
          <p:spPr>
            <a:xfrm>
              <a:off x="4982290" y="4572556"/>
              <a:ext cx="1856876" cy="277536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C41DA2A8-0589-9AB8-6D26-0D0A94152321}"/>
                </a:ext>
              </a:extLst>
            </p:cNvPr>
            <p:cNvCxnSpPr>
              <a:cxnSpLocks/>
              <a:stCxn id="55" idx="6"/>
              <a:endCxn id="66" idx="1"/>
            </p:cNvCxnSpPr>
            <p:nvPr/>
          </p:nvCxnSpPr>
          <p:spPr>
            <a:xfrm>
              <a:off x="4569055" y="4991099"/>
              <a:ext cx="2270271" cy="555447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7026E0E-0534-1C14-E917-E16E72DF1B69}"/>
                </a:ext>
              </a:extLst>
            </p:cNvPr>
            <p:cNvGrpSpPr/>
            <p:nvPr/>
          </p:nvGrpSpPr>
          <p:grpSpPr>
            <a:xfrm>
              <a:off x="6839487" y="1117786"/>
              <a:ext cx="3317055" cy="500064"/>
              <a:chOff x="5863829" y="1264443"/>
              <a:chExt cx="3317055" cy="500064"/>
            </a:xfrm>
          </p:grpSpPr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51EF571F-CE2D-683A-309D-AF87C30E13B5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rgbClr val="4E67C8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54305" rtlCol="0" anchor="ctr"/>
              <a:lstStyle/>
              <a:p>
                <a:pPr defTabSz="514350">
                  <a:defRPr/>
                </a:pPr>
                <a:r>
                  <a:rPr lang="en-US" sz="675" dirty="0">
                    <a:solidFill>
                      <a:srgbClr val="000000"/>
                    </a:solidFill>
                    <a:latin typeface="Source Sans 3"/>
                  </a:rPr>
                  <a:t>CONTEXTE &amp; OBJECTIFS DU PROJET </a:t>
                </a:r>
              </a:p>
            </p:txBody>
          </p:sp>
          <p:sp>
            <p:nvSpPr>
              <p:cNvPr id="9" name="Diamond 8">
                <a:extLst>
                  <a:ext uri="{FF2B5EF4-FFF2-40B4-BE49-F238E27FC236}">
                    <a16:creationId xmlns:a16="http://schemas.microsoft.com/office/drawing/2014/main" id="{F61FA72A-89EE-0CF6-6A3E-76DB25660BAC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1435" rtlCol="0" anchor="ctr"/>
              <a:lstStyle/>
              <a:p>
                <a:pPr algn="ctr" defTabSz="514350">
                  <a:defRPr/>
                </a:pPr>
                <a:r>
                  <a:rPr lang="en-US" sz="788" dirty="0">
                    <a:solidFill>
                      <a:srgbClr val="FFFFFF"/>
                    </a:solidFill>
                    <a:latin typeface="Source Sans 3"/>
                  </a:rPr>
                  <a:t>1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3C7E4D9-ECDC-D5FD-4A41-84C396772BE8}"/>
                </a:ext>
              </a:extLst>
            </p:cNvPr>
            <p:cNvGrpSpPr/>
            <p:nvPr/>
          </p:nvGrpSpPr>
          <p:grpSpPr>
            <a:xfrm>
              <a:off x="2035459" y="2033570"/>
              <a:ext cx="2827546" cy="2826586"/>
              <a:chOff x="1234810" y="2015707"/>
              <a:chExt cx="2827546" cy="2826586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B7235034-0AA0-BB11-35C4-8C48D7CBA044}"/>
                  </a:ext>
                </a:extLst>
              </p:cNvPr>
              <p:cNvGrpSpPr/>
              <p:nvPr/>
            </p:nvGrpSpPr>
            <p:grpSpPr>
              <a:xfrm>
                <a:off x="1234810" y="2015707"/>
                <a:ext cx="2827546" cy="2826586"/>
                <a:chOff x="1234810" y="2015707"/>
                <a:chExt cx="2827546" cy="2826586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2549DF8A-51E0-2E9A-1756-0CAE57CDEE99}"/>
                    </a:ext>
                  </a:extLst>
                </p:cNvPr>
                <p:cNvSpPr/>
                <p:nvPr/>
              </p:nvSpPr>
              <p:spPr>
                <a:xfrm>
                  <a:off x="1234810" y="2015707"/>
                  <a:ext cx="2826586" cy="2826586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14350">
                    <a:defRPr/>
                  </a:pPr>
                  <a:endParaRPr lang="en-US" sz="1013">
                    <a:solidFill>
                      <a:srgbClr val="FFFFFF"/>
                    </a:solidFill>
                    <a:latin typeface="Source Sans 3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A1339F1B-CC61-ED92-D299-20160148E177}"/>
                    </a:ext>
                  </a:extLst>
                </p:cNvPr>
                <p:cNvSpPr/>
                <p:nvPr/>
              </p:nvSpPr>
              <p:spPr>
                <a:xfrm>
                  <a:off x="1235770" y="2015707"/>
                  <a:ext cx="2826586" cy="2826586"/>
                </a:xfrm>
                <a:custGeom>
                  <a:avLst/>
                  <a:gdLst>
                    <a:gd name="connsiteX0" fmla="*/ 1413293 w 2826586"/>
                    <a:gd name="connsiteY0" fmla="*/ 0 h 2826586"/>
                    <a:gd name="connsiteX1" fmla="*/ 2826586 w 2826586"/>
                    <a:gd name="connsiteY1" fmla="*/ 1413293 h 2826586"/>
                    <a:gd name="connsiteX2" fmla="*/ 1413293 w 2826586"/>
                    <a:gd name="connsiteY2" fmla="*/ 2826586 h 2826586"/>
                    <a:gd name="connsiteX3" fmla="*/ 0 w 2826586"/>
                    <a:gd name="connsiteY3" fmla="*/ 1413293 h 2826586"/>
                    <a:gd name="connsiteX4" fmla="*/ 1413293 w 2826586"/>
                    <a:gd name="connsiteY4" fmla="*/ 0 h 2826586"/>
                    <a:gd name="connsiteX5" fmla="*/ 1413293 w 2826586"/>
                    <a:gd name="connsiteY5" fmla="*/ 271644 h 2826586"/>
                    <a:gd name="connsiteX6" fmla="*/ 271644 w 2826586"/>
                    <a:gd name="connsiteY6" fmla="*/ 1413293 h 2826586"/>
                    <a:gd name="connsiteX7" fmla="*/ 1413293 w 2826586"/>
                    <a:gd name="connsiteY7" fmla="*/ 2554942 h 2826586"/>
                    <a:gd name="connsiteX8" fmla="*/ 2554942 w 2826586"/>
                    <a:gd name="connsiteY8" fmla="*/ 1413293 h 2826586"/>
                    <a:gd name="connsiteX9" fmla="*/ 1413293 w 2826586"/>
                    <a:gd name="connsiteY9" fmla="*/ 271644 h 28265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26586" h="2826586">
                      <a:moveTo>
                        <a:pt x="1413293" y="0"/>
                      </a:moveTo>
                      <a:cubicBezTo>
                        <a:pt x="2193833" y="0"/>
                        <a:pt x="2826586" y="632753"/>
                        <a:pt x="2826586" y="1413293"/>
                      </a:cubicBezTo>
                      <a:cubicBezTo>
                        <a:pt x="2826586" y="2193833"/>
                        <a:pt x="2193833" y="2826586"/>
                        <a:pt x="1413293" y="2826586"/>
                      </a:cubicBezTo>
                      <a:cubicBezTo>
                        <a:pt x="632753" y="2826586"/>
                        <a:pt x="0" y="2193833"/>
                        <a:pt x="0" y="1413293"/>
                      </a:cubicBezTo>
                      <a:cubicBezTo>
                        <a:pt x="0" y="632753"/>
                        <a:pt x="632753" y="0"/>
                        <a:pt x="1413293" y="0"/>
                      </a:cubicBezTo>
                      <a:close/>
                      <a:moveTo>
                        <a:pt x="1413293" y="271644"/>
                      </a:moveTo>
                      <a:cubicBezTo>
                        <a:pt x="782778" y="271644"/>
                        <a:pt x="271644" y="782778"/>
                        <a:pt x="271644" y="1413293"/>
                      </a:cubicBezTo>
                      <a:cubicBezTo>
                        <a:pt x="271644" y="2043808"/>
                        <a:pt x="782778" y="2554942"/>
                        <a:pt x="1413293" y="2554942"/>
                      </a:cubicBezTo>
                      <a:cubicBezTo>
                        <a:pt x="2043808" y="2554942"/>
                        <a:pt x="2554942" y="2043808"/>
                        <a:pt x="2554942" y="1413293"/>
                      </a:cubicBezTo>
                      <a:cubicBezTo>
                        <a:pt x="2554942" y="782778"/>
                        <a:pt x="2043808" y="271644"/>
                        <a:pt x="1413293" y="27164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6200000" scaled="0"/>
                </a:gra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 defTabSz="514350">
                    <a:defRPr/>
                  </a:pPr>
                  <a:endParaRPr lang="en-US" sz="1013" dirty="0">
                    <a:solidFill>
                      <a:srgbClr val="FFFFFF"/>
                    </a:solidFill>
                    <a:latin typeface="Source Sans 3"/>
                  </a:endParaRPr>
                </a:p>
              </p:txBody>
            </p:sp>
          </p:grp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986C728-A37E-3667-6549-317527EFBE67}"/>
                  </a:ext>
                </a:extLst>
              </p:cNvPr>
              <p:cNvSpPr/>
              <p:nvPr/>
            </p:nvSpPr>
            <p:spPr>
              <a:xfrm>
                <a:off x="1552536" y="2332953"/>
                <a:ext cx="2192094" cy="219209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  <a:ln w="571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14350">
                  <a:defRPr/>
                </a:pPr>
                <a:r>
                  <a:rPr lang="en-US" sz="1350" dirty="0">
                    <a:solidFill>
                      <a:srgbClr val="FFFFFF">
                        <a:lumMod val="50000"/>
                      </a:srgbClr>
                    </a:solidFill>
                    <a:latin typeface="Source Sans 3"/>
                  </a:rPr>
                  <a:t>PLAN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30D722B-90BB-45F2-980B-9C63BA1E314B}"/>
                </a:ext>
              </a:extLst>
            </p:cNvPr>
            <p:cNvGrpSpPr/>
            <p:nvPr/>
          </p:nvGrpSpPr>
          <p:grpSpPr>
            <a:xfrm>
              <a:off x="1584661" y="1617850"/>
              <a:ext cx="3753589" cy="3622300"/>
              <a:chOff x="784012" y="1663759"/>
              <a:chExt cx="3753589" cy="3622300"/>
            </a:xfrm>
          </p:grpSpPr>
          <p:sp>
            <p:nvSpPr>
              <p:cNvPr id="43" name="Arc 42">
                <a:extLst>
                  <a:ext uri="{FF2B5EF4-FFF2-40B4-BE49-F238E27FC236}">
                    <a16:creationId xmlns:a16="http://schemas.microsoft.com/office/drawing/2014/main" id="{EE1F343E-2E3F-82D1-D5EF-FB4EF892450A}"/>
                  </a:ext>
                </a:extLst>
              </p:cNvPr>
              <p:cNvSpPr/>
              <p:nvPr/>
            </p:nvSpPr>
            <p:spPr>
              <a:xfrm>
                <a:off x="784012" y="1663759"/>
                <a:ext cx="3621024" cy="3622300"/>
              </a:xfrm>
              <a:prstGeom prst="arc">
                <a:avLst>
                  <a:gd name="adj1" fmla="val 17378530"/>
                  <a:gd name="adj2" fmla="val 4347904"/>
                </a:avLst>
              </a:prstGeom>
              <a:noFill/>
              <a:ln w="152400" cap="sq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514350">
                  <a:defRPr/>
                </a:pPr>
                <a:endParaRPr lang="en-US" sz="1013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91EE07F-CD21-E880-7D07-73561BEA20C3}"/>
                  </a:ext>
                </a:extLst>
              </p:cNvPr>
              <p:cNvSpPr/>
              <p:nvPr/>
            </p:nvSpPr>
            <p:spPr>
              <a:xfrm>
                <a:off x="4263281" y="3365162"/>
                <a:ext cx="274320" cy="274320"/>
              </a:xfrm>
              <a:prstGeom prst="ellipse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14350">
                  <a:defRPr/>
                </a:pPr>
                <a:endParaRPr lang="en-US" sz="1013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E1B749C-6926-51BD-F85A-B5D259B78F54}"/>
                  </a:ext>
                </a:extLst>
              </p:cNvPr>
              <p:cNvSpPr/>
              <p:nvPr/>
            </p:nvSpPr>
            <p:spPr>
              <a:xfrm>
                <a:off x="4161991" y="2774011"/>
                <a:ext cx="274320" cy="274320"/>
              </a:xfrm>
              <a:prstGeom prst="ellipse">
                <a:avLst/>
              </a:prstGeom>
              <a:solidFill>
                <a:schemeClr val="accent3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14350">
                  <a:defRPr/>
                </a:pPr>
                <a:endParaRPr lang="en-US" sz="1013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57B8437-42CC-A15C-1BE1-BCCA4D064A7A}"/>
                  </a:ext>
                </a:extLst>
              </p:cNvPr>
              <p:cNvSpPr/>
              <p:nvPr/>
            </p:nvSpPr>
            <p:spPr>
              <a:xfrm rot="507885">
                <a:off x="4161991" y="3956312"/>
                <a:ext cx="274320" cy="274320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14350">
                  <a:defRPr/>
                </a:pPr>
                <a:endParaRPr lang="en-US" sz="1013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3919C5A-0A6A-A3E4-710D-DD7E373D33C9}"/>
                  </a:ext>
                </a:extLst>
              </p:cNvPr>
              <p:cNvSpPr/>
              <p:nvPr/>
            </p:nvSpPr>
            <p:spPr>
              <a:xfrm rot="20894768">
                <a:off x="3910943" y="2243557"/>
                <a:ext cx="274320" cy="274320"/>
              </a:xfrm>
              <a:prstGeom prst="ellipse">
                <a:avLst/>
              </a:prstGeom>
              <a:solidFill>
                <a:schemeClr val="accent2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14350">
                  <a:defRPr/>
                </a:pPr>
                <a:endParaRPr lang="en-US" sz="1013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3713DD0-255D-48F1-CBE4-6E35B310A860}"/>
                  </a:ext>
                </a:extLst>
              </p:cNvPr>
              <p:cNvSpPr/>
              <p:nvPr/>
            </p:nvSpPr>
            <p:spPr>
              <a:xfrm rot="791779">
                <a:off x="3910943" y="4449993"/>
                <a:ext cx="274320" cy="274320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14350">
                  <a:defRPr/>
                </a:pPr>
                <a:endParaRPr lang="en-US" sz="1013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D019291-C05A-209B-FAFA-E6DF438F5CAF}"/>
                  </a:ext>
                </a:extLst>
              </p:cNvPr>
              <p:cNvSpPr/>
              <p:nvPr/>
            </p:nvSpPr>
            <p:spPr>
              <a:xfrm rot="20394665">
                <a:off x="3508390" y="1841803"/>
                <a:ext cx="274320" cy="274320"/>
              </a:xfrm>
              <a:prstGeom prst="ellipse">
                <a:avLst/>
              </a:prstGeom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14350">
                  <a:defRPr/>
                </a:pPr>
                <a:endParaRPr lang="en-US" sz="1013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A0E57B1-A3EB-7AE3-5860-5E3BB334AB99}"/>
                  </a:ext>
                </a:extLst>
              </p:cNvPr>
              <p:cNvSpPr/>
              <p:nvPr/>
            </p:nvSpPr>
            <p:spPr>
              <a:xfrm rot="1197134">
                <a:off x="3502319" y="4853044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14350">
                  <a:defRPr/>
                </a:pPr>
                <a:endParaRPr lang="en-US" sz="1013">
                  <a:solidFill>
                    <a:srgbClr val="FFFFFF"/>
                  </a:solidFill>
                  <a:latin typeface="Source Sans 3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F9C81C9-DABE-65CE-3773-B27F7F82C76C}"/>
                </a:ext>
              </a:extLst>
            </p:cNvPr>
            <p:cNvGrpSpPr/>
            <p:nvPr/>
          </p:nvGrpSpPr>
          <p:grpSpPr>
            <a:xfrm>
              <a:off x="6838846" y="3207149"/>
              <a:ext cx="3317055" cy="500064"/>
              <a:chOff x="5863829" y="1264443"/>
              <a:chExt cx="3317055" cy="500064"/>
            </a:xfrm>
          </p:grpSpPr>
          <p:sp>
            <p:nvSpPr>
              <p:cNvPr id="51" name="Arrow: Pentagon 50">
                <a:extLst>
                  <a:ext uri="{FF2B5EF4-FFF2-40B4-BE49-F238E27FC236}">
                    <a16:creationId xmlns:a16="http://schemas.microsoft.com/office/drawing/2014/main" id="{09137F93-3103-263B-2A35-F6FC834DF1CA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54305" rtlCol="0" anchor="ctr"/>
              <a:lstStyle/>
              <a:p>
                <a:pPr defTabSz="514350">
                  <a:defRPr/>
                </a:pPr>
                <a:r>
                  <a:rPr lang="en-US" sz="675" dirty="0">
                    <a:solidFill>
                      <a:srgbClr val="000000"/>
                    </a:solidFill>
                    <a:latin typeface="Source Sans 3"/>
                  </a:rPr>
                  <a:t>CONTRAINTES NETBSD</a:t>
                </a:r>
              </a:p>
            </p:txBody>
          </p:sp>
          <p:sp>
            <p:nvSpPr>
              <p:cNvPr id="57" name="Diamond 56">
                <a:extLst>
                  <a:ext uri="{FF2B5EF4-FFF2-40B4-BE49-F238E27FC236}">
                    <a16:creationId xmlns:a16="http://schemas.microsoft.com/office/drawing/2014/main" id="{35525207-3909-7D12-6690-E8A9E83F1486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1435" rtlCol="0" anchor="ctr"/>
              <a:lstStyle/>
              <a:p>
                <a:pPr algn="ctr" defTabSz="514350">
                  <a:defRPr/>
                </a:pPr>
                <a:r>
                  <a:rPr lang="en-US" sz="788" dirty="0">
                    <a:solidFill>
                      <a:srgbClr val="FFFFFF"/>
                    </a:solidFill>
                    <a:latin typeface="Source Sans 3"/>
                  </a:rPr>
                  <a:t>4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C1495F4-95E7-2F70-CAEB-FA17FBF3FDE2}"/>
                </a:ext>
              </a:extLst>
            </p:cNvPr>
            <p:cNvGrpSpPr/>
            <p:nvPr/>
          </p:nvGrpSpPr>
          <p:grpSpPr>
            <a:xfrm>
              <a:off x="6839006" y="3903604"/>
              <a:ext cx="3317055" cy="500064"/>
              <a:chOff x="5863829" y="1264443"/>
              <a:chExt cx="3317055" cy="500064"/>
            </a:xfrm>
          </p:grpSpPr>
          <p:sp>
            <p:nvSpPr>
              <p:cNvPr id="59" name="Arrow: Pentagon 58">
                <a:extLst>
                  <a:ext uri="{FF2B5EF4-FFF2-40B4-BE49-F238E27FC236}">
                    <a16:creationId xmlns:a16="http://schemas.microsoft.com/office/drawing/2014/main" id="{9B09552D-242F-4CEC-A3DB-9007EDC2D383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54305" rtlCol="0" anchor="ctr"/>
              <a:lstStyle/>
              <a:p>
                <a:pPr defTabSz="514350">
                  <a:defRPr/>
                </a:pPr>
                <a:r>
                  <a:rPr lang="en-US" sz="675" dirty="0">
                    <a:solidFill>
                      <a:srgbClr val="000000"/>
                    </a:solidFill>
                    <a:latin typeface="Source Sans 3"/>
                  </a:rPr>
                  <a:t>SECURITE INTEGRE A LA CONCEPTION </a:t>
                </a:r>
              </a:p>
            </p:txBody>
          </p:sp>
          <p:sp>
            <p:nvSpPr>
              <p:cNvPr id="60" name="Diamond 59">
                <a:extLst>
                  <a:ext uri="{FF2B5EF4-FFF2-40B4-BE49-F238E27FC236}">
                    <a16:creationId xmlns:a16="http://schemas.microsoft.com/office/drawing/2014/main" id="{5F271A28-6CB9-2674-D4F3-9184B84371E0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1435" rtlCol="0" anchor="ctr"/>
              <a:lstStyle/>
              <a:p>
                <a:pPr algn="ctr" defTabSz="514350">
                  <a:defRPr/>
                </a:pPr>
                <a:r>
                  <a:rPr lang="en-US" sz="788" dirty="0">
                    <a:solidFill>
                      <a:srgbClr val="FFFFFF"/>
                    </a:solidFill>
                    <a:latin typeface="Source Sans 3"/>
                  </a:rPr>
                  <a:t>5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E3412A4-02C3-B225-0B34-BF512C3B5E61}"/>
                </a:ext>
              </a:extLst>
            </p:cNvPr>
            <p:cNvGrpSpPr/>
            <p:nvPr/>
          </p:nvGrpSpPr>
          <p:grpSpPr>
            <a:xfrm>
              <a:off x="6839166" y="4600059"/>
              <a:ext cx="3317055" cy="500064"/>
              <a:chOff x="5863829" y="1264443"/>
              <a:chExt cx="3317055" cy="500064"/>
            </a:xfrm>
          </p:grpSpPr>
          <p:sp>
            <p:nvSpPr>
              <p:cNvPr id="62" name="Arrow: Pentagon 61">
                <a:extLst>
                  <a:ext uri="{FF2B5EF4-FFF2-40B4-BE49-F238E27FC236}">
                    <a16:creationId xmlns:a16="http://schemas.microsoft.com/office/drawing/2014/main" id="{24AEAF1A-B0A6-4B9D-469B-CF77B76D5CE6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54305" rtlCol="0" anchor="ctr"/>
              <a:lstStyle/>
              <a:p>
                <a:pPr defTabSz="514350">
                  <a:defRPr/>
                </a:pPr>
                <a:r>
                  <a:rPr lang="en-US" sz="675" dirty="0">
                    <a:solidFill>
                      <a:srgbClr val="000000"/>
                    </a:solidFill>
                    <a:latin typeface="Source Sans 3"/>
                  </a:rPr>
                  <a:t> SYNTHESE DE LA CONCEPTION </a:t>
                </a:r>
              </a:p>
            </p:txBody>
          </p:sp>
          <p:sp>
            <p:nvSpPr>
              <p:cNvPr id="63" name="Diamond 62">
                <a:extLst>
                  <a:ext uri="{FF2B5EF4-FFF2-40B4-BE49-F238E27FC236}">
                    <a16:creationId xmlns:a16="http://schemas.microsoft.com/office/drawing/2014/main" id="{4429C93F-A685-2008-03D9-70C22D75F387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1435" rtlCol="0" anchor="ctr"/>
              <a:lstStyle/>
              <a:p>
                <a:pPr algn="ctr" defTabSz="514350">
                  <a:defRPr/>
                </a:pPr>
                <a:r>
                  <a:rPr lang="en-US" sz="788" dirty="0">
                    <a:solidFill>
                      <a:srgbClr val="FFFFFF"/>
                    </a:solidFill>
                    <a:latin typeface="Source Sans 3"/>
                  </a:rPr>
                  <a:t>6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9F6E075-C834-FA46-0FD2-94195D117D49}"/>
                </a:ext>
              </a:extLst>
            </p:cNvPr>
            <p:cNvGrpSpPr/>
            <p:nvPr/>
          </p:nvGrpSpPr>
          <p:grpSpPr>
            <a:xfrm>
              <a:off x="6839326" y="5296513"/>
              <a:ext cx="3317055" cy="500064"/>
              <a:chOff x="5863829" y="1264443"/>
              <a:chExt cx="3317055" cy="500064"/>
            </a:xfrm>
          </p:grpSpPr>
          <p:sp>
            <p:nvSpPr>
              <p:cNvPr id="65" name="Arrow: Pentagon 64">
                <a:extLst>
                  <a:ext uri="{FF2B5EF4-FFF2-40B4-BE49-F238E27FC236}">
                    <a16:creationId xmlns:a16="http://schemas.microsoft.com/office/drawing/2014/main" id="{63184BC0-116E-D5BE-7548-FB83E8F811E8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54305" rtlCol="0" anchor="ctr"/>
              <a:lstStyle/>
              <a:p>
                <a:pPr defTabSz="514350">
                  <a:defRPr/>
                </a:pPr>
                <a:r>
                  <a:rPr lang="en-US" sz="675" dirty="0">
                    <a:solidFill>
                      <a:srgbClr val="000000"/>
                    </a:solidFill>
                    <a:latin typeface="Source Sans 3"/>
                  </a:rPr>
                  <a:t>TRANSITION VERS LA REALISATION </a:t>
                </a:r>
              </a:p>
            </p:txBody>
          </p:sp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BC4DBA1E-F16B-28DC-4615-64338DBA3319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1435" rtlCol="0" anchor="ctr"/>
              <a:lstStyle/>
              <a:p>
                <a:pPr algn="ctr" defTabSz="514350">
                  <a:defRPr/>
                </a:pPr>
                <a:r>
                  <a:rPr lang="en-US" sz="788" dirty="0">
                    <a:solidFill>
                      <a:srgbClr val="FFFFFF"/>
                    </a:solidFill>
                    <a:latin typeface="Source Sans 3"/>
                  </a:rPr>
                  <a:t>7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237B51E-FB28-A84E-35B4-FCB945075705}"/>
                </a:ext>
              </a:extLst>
            </p:cNvPr>
            <p:cNvGrpSpPr/>
            <p:nvPr/>
          </p:nvGrpSpPr>
          <p:grpSpPr>
            <a:xfrm>
              <a:off x="6838526" y="1814240"/>
              <a:ext cx="3317055" cy="500064"/>
              <a:chOff x="5863829" y="1264443"/>
              <a:chExt cx="3317055" cy="500064"/>
            </a:xfrm>
          </p:grpSpPr>
          <p:sp>
            <p:nvSpPr>
              <p:cNvPr id="68" name="Arrow: Pentagon 67">
                <a:extLst>
                  <a:ext uri="{FF2B5EF4-FFF2-40B4-BE49-F238E27FC236}">
                    <a16:creationId xmlns:a16="http://schemas.microsoft.com/office/drawing/2014/main" id="{36076FCB-9888-6A1C-F35E-3245031561CB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54305" rtlCol="0" anchor="ctr"/>
              <a:lstStyle/>
              <a:p>
                <a:pPr defTabSz="514350">
                  <a:defRPr/>
                </a:pPr>
                <a:r>
                  <a:rPr lang="en-US" sz="675" dirty="0">
                    <a:solidFill>
                      <a:srgbClr val="000000"/>
                    </a:solidFill>
                    <a:latin typeface="Source Sans 3"/>
                  </a:rPr>
                  <a:t>DEMARCHE &amp; CHOIX DE L’ARCHITECTURE</a:t>
                </a:r>
              </a:p>
            </p:txBody>
          </p:sp>
          <p:sp>
            <p:nvSpPr>
              <p:cNvPr id="69" name="Diamond 68">
                <a:extLst>
                  <a:ext uri="{FF2B5EF4-FFF2-40B4-BE49-F238E27FC236}">
                    <a16:creationId xmlns:a16="http://schemas.microsoft.com/office/drawing/2014/main" id="{CB3E83A8-2FBF-B1AB-97CC-5CE0B43A8334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51435" rtlCol="0" anchor="ctr"/>
              <a:lstStyle/>
              <a:p>
                <a:pPr algn="ctr" defTabSz="514350">
                  <a:defRPr/>
                </a:pPr>
                <a:r>
                  <a:rPr lang="en-US" sz="788" dirty="0">
                    <a:solidFill>
                      <a:srgbClr val="FFFFFF"/>
                    </a:solidFill>
                    <a:latin typeface="Source Sans 3"/>
                  </a:rPr>
                  <a:t>2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5E878F5-3A6D-A99F-10DF-1CE3DC0E2C65}"/>
                </a:ext>
              </a:extLst>
            </p:cNvPr>
            <p:cNvGrpSpPr/>
            <p:nvPr/>
          </p:nvGrpSpPr>
          <p:grpSpPr>
            <a:xfrm>
              <a:off x="6838686" y="2510694"/>
              <a:ext cx="3317055" cy="500064"/>
              <a:chOff x="5863829" y="1264443"/>
              <a:chExt cx="3317055" cy="500064"/>
            </a:xfrm>
          </p:grpSpPr>
          <p:sp>
            <p:nvSpPr>
              <p:cNvPr id="71" name="Arrow: Pentagon 70">
                <a:extLst>
                  <a:ext uri="{FF2B5EF4-FFF2-40B4-BE49-F238E27FC236}">
                    <a16:creationId xmlns:a16="http://schemas.microsoft.com/office/drawing/2014/main" id="{B59C56B9-CD5C-6086-424C-1E2690F4F83A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54305" rtlCol="0" anchor="ctr"/>
              <a:lstStyle/>
              <a:p>
                <a:pPr defTabSz="514350">
                  <a:defRPr/>
                </a:pPr>
                <a:r>
                  <a:rPr lang="en-US" sz="675" dirty="0">
                    <a:solidFill>
                      <a:srgbClr val="000000"/>
                    </a:solidFill>
                    <a:latin typeface="Source Sans 3"/>
                  </a:rPr>
                  <a:t>DIAGRAMMES</a:t>
                </a:r>
              </a:p>
            </p:txBody>
          </p:sp>
          <p:sp>
            <p:nvSpPr>
              <p:cNvPr id="72" name="Diamond 71">
                <a:extLst>
                  <a:ext uri="{FF2B5EF4-FFF2-40B4-BE49-F238E27FC236}">
                    <a16:creationId xmlns:a16="http://schemas.microsoft.com/office/drawing/2014/main" id="{B56614D9-27C2-4739-9125-1B0F595FB677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51435" rtlCol="0" anchor="ctr"/>
              <a:lstStyle/>
              <a:p>
                <a:pPr algn="ctr" defTabSz="514350">
                  <a:defRPr/>
                </a:pPr>
                <a:r>
                  <a:rPr lang="en-US" sz="788" dirty="0">
                    <a:solidFill>
                      <a:srgbClr val="FFFFFF"/>
                    </a:solidFill>
                    <a:latin typeface="Source Sans 3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6723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DU PROJET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d'extraire la mémoire RAM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forensique et debugging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simple et accessible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NetBSD (UNIX)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Proposée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moderne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complète ou sélective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intuitive et responsive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Multi-utilisateurs avec historique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09728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(Python)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91840" y="1097280"/>
            <a:ext cx="2560320" cy="109728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8" name="Text 5"/>
          <p:cNvSpPr/>
          <p:nvPr/>
        </p:nvSpPr>
        <p:spPr>
          <a:xfrm>
            <a:off x="347472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7472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/ CSS3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(Vanilla)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1097280"/>
            <a:ext cx="2560320" cy="109728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8"/>
          <p:cNvSpPr/>
          <p:nvPr/>
        </p:nvSpPr>
        <p:spPr>
          <a:xfrm>
            <a:off x="630936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0936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(utilisateurs)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.gz (dumps)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du Projet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5" name="Text 12"/>
          <p:cNvSpPr/>
          <p:nvPr/>
        </p:nvSpPr>
        <p:spPr>
          <a:xfrm>
            <a:off x="914400" y="30175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ramdumper/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server/          # Backend Flask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app.py       # Serveur principal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auth.py      # Authentification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public/          # Frontend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index.html   # Interface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css/         # Styles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js/          # Scripts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dumps/           # Fichiers extraits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users/           # Base utilisateurs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PRINCIPALES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188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multi-utilisateurs avec compte par défaut (admin/admin)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1188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801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 Complet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totale de la mémoire RAM avec compression automatique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560320"/>
            <a:ext cx="3931920" cy="1188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432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 Sélectif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ciblée par plage d'adresses mémoire (ex: 0x1000-0x5000)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2560320"/>
            <a:ext cx="3931920" cy="1188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7432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93776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et téléchargement de tous les dumps effectués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4023360"/>
            <a:ext cx="3931920" cy="82296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0" name="Text 14"/>
          <p:cNvSpPr/>
          <p:nvPr/>
        </p:nvSpPr>
        <p:spPr>
          <a:xfrm>
            <a:off x="64008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Temps Réel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4754880" y="4023360"/>
            <a:ext cx="3931920" cy="82296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2" name="Text 16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Moderne &amp; Responsive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UTILISATEUR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CONNEXION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1920240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926080"/>
            <a:ext cx="27432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Connexion Rapide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par défaut: admin/admin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TABLEAU DE BORD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828800"/>
            <a:ext cx="137160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7" name="Text 15"/>
          <p:cNvSpPr/>
          <p:nvPr/>
        </p:nvSpPr>
        <p:spPr>
          <a:xfrm>
            <a:off x="640080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377440"/>
            <a:ext cx="356616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512064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 Complet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2880360"/>
            <a:ext cx="320040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1" name="Text 19"/>
          <p:cNvSpPr/>
          <p:nvPr/>
        </p:nvSpPr>
        <p:spPr>
          <a:xfrm>
            <a:off x="5120640" y="2971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566160"/>
            <a:ext cx="35661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3" name="Text 21"/>
          <p:cNvSpPr/>
          <p:nvPr/>
        </p:nvSpPr>
        <p:spPr>
          <a:xfrm>
            <a:off x="512064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 Sélectif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4023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0x1000 → 0x5000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UTILISÉES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3.9+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Hashlib (sécurité)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7" name="Text 5"/>
          <p:cNvSpPr/>
          <p:nvPr/>
        </p:nvSpPr>
        <p:spPr>
          <a:xfrm>
            <a:off x="347472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 (Gradients)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ES6+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630936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NetBSD 10.x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 (extraction)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gzip (compression)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/dev/mem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pkgin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 PERFORMANCES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capturée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7" name="Text 5"/>
          <p:cNvSpPr/>
          <p:nvPr/>
        </p:nvSpPr>
        <p:spPr>
          <a:xfrm>
            <a:off x="347472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sec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moyen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630936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succès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Réalisations</a:t>
            </a:r>
            <a:endParaRPr lang="en-US" sz="2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sécurisée (SHA-256)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661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responsive et moderne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automatique des dumps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Multi-utilisateurs avec historique personnel</a:t>
            </a:r>
            <a:endParaRPr lang="en-US" sz="14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réussi sur NetBSD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DÉMONSTRATION EN DIRECT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37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00" cy="1371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Étape 3 sur 4: Extraction en cours...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Interface Web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10312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10312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1. CONNEXION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" y="2468880"/>
            <a:ext cx="18288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640080" y="249631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18288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3" name="Text 11"/>
          <p:cNvSpPr/>
          <p:nvPr/>
        </p:nvSpPr>
        <p:spPr>
          <a:xfrm>
            <a:off x="640080" y="28163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1828800" cy="1371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27248"/>
            <a:ext cx="91440" cy="91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3127248"/>
            <a:ext cx="14630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Connexion Rapide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743200" y="1920240"/>
            <a:ext cx="228600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8" name="Shape 15"/>
          <p:cNvSpPr/>
          <p:nvPr/>
        </p:nvSpPr>
        <p:spPr>
          <a:xfrm>
            <a:off x="2743200" y="1920240"/>
            <a:ext cx="228600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9" name="Text 16"/>
          <p:cNvSpPr/>
          <p:nvPr/>
        </p:nvSpPr>
        <p:spPr>
          <a:xfrm>
            <a:off x="2743200" y="2011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2. TABLEAU DE BORD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834640" y="2377440"/>
            <a:ext cx="1005840" cy="2286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1" name="Text 18"/>
          <p:cNvSpPr/>
          <p:nvPr/>
        </p:nvSpPr>
        <p:spPr>
          <a:xfrm>
            <a:off x="2834640" y="24048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931920" y="2377440"/>
            <a:ext cx="100584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3" name="Text 20"/>
          <p:cNvSpPr/>
          <p:nvPr/>
        </p:nvSpPr>
        <p:spPr>
          <a:xfrm>
            <a:off x="3931920" y="24048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834640" y="274320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5" name="Text 22"/>
          <p:cNvSpPr/>
          <p:nvPr/>
        </p:nvSpPr>
        <p:spPr>
          <a:xfrm>
            <a:off x="2926080" y="2788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Dump Complet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926080" y="3017520"/>
            <a:ext cx="1828800" cy="1371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7" name="Text 24"/>
          <p:cNvSpPr/>
          <p:nvPr/>
        </p:nvSpPr>
        <p:spPr>
          <a:xfrm>
            <a:off x="2926080" y="3035808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Démarrer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57200" y="3520440"/>
            <a:ext cx="4572000" cy="12801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9" name="Shape 26"/>
          <p:cNvSpPr/>
          <p:nvPr/>
        </p:nvSpPr>
        <p:spPr>
          <a:xfrm>
            <a:off x="457200" y="3520440"/>
            <a:ext cx="457200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0" name="Text 27"/>
          <p:cNvSpPr/>
          <p:nvPr/>
        </p:nvSpPr>
        <p:spPr>
          <a:xfrm>
            <a:off x="457200" y="36118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3. HISTORIQUE DES DUMPS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48640" y="3977640"/>
            <a:ext cx="43891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2" name="Text 29"/>
          <p:cNvSpPr/>
          <p:nvPr/>
        </p:nvSpPr>
        <p:spPr>
          <a:xfrm>
            <a:off x="640080" y="4023360"/>
            <a:ext cx="2286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admin_1768300225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40080" y="4142232"/>
            <a:ext cx="2286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1/13/2026, 11:30:25 AM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40080" y="4233672"/>
            <a:ext cx="2286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0.00 MB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657600" y="4069080"/>
            <a:ext cx="1097280" cy="182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6" name="Text 33"/>
          <p:cNvSpPr/>
          <p:nvPr/>
        </p:nvSpPr>
        <p:spPr>
          <a:xfrm>
            <a:off x="3657600" y="408736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⬇ Télécharger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48640" y="4389120"/>
            <a:ext cx="43891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8" name="Text 35"/>
          <p:cNvSpPr/>
          <p:nvPr/>
        </p:nvSpPr>
        <p:spPr>
          <a:xfrm>
            <a:off x="640080" y="4434840"/>
            <a:ext cx="2286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admin_s_1768300378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40080" y="4553712"/>
            <a:ext cx="2286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1/13/2026, 11:32:58 AM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40080" y="4645152"/>
            <a:ext cx="2286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0.00 MB 0x1000-0x5000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657600" y="4480560"/>
            <a:ext cx="1097280" cy="182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2" name="Text 39"/>
          <p:cNvSpPr/>
          <p:nvPr/>
        </p:nvSpPr>
        <p:spPr>
          <a:xfrm>
            <a:off x="3657600" y="449884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⬇ Télécharger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30352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Étapes de Démonstration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5303520" y="1920240"/>
            <a:ext cx="3383280" cy="6400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5" name="Shape 42"/>
          <p:cNvSpPr/>
          <p:nvPr/>
        </p:nvSpPr>
        <p:spPr>
          <a:xfrm>
            <a:off x="5440680" y="20574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6" name="Text 43"/>
          <p:cNvSpPr/>
          <p:nvPr/>
        </p:nvSpPr>
        <p:spPr>
          <a:xfrm>
            <a:off x="54406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897880" y="20574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Ouvrir le navigateur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897880" y="2267712"/>
            <a:ext cx="2651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http://localhost:5000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148840"/>
            <a:ext cx="274320" cy="274320"/>
          </a:xfrm>
          <a:prstGeom prst="rect">
            <a:avLst/>
          </a:prstGeom>
        </p:spPr>
      </p:pic>
      <p:sp>
        <p:nvSpPr>
          <p:cNvPr id="50" name="Shape 46"/>
          <p:cNvSpPr/>
          <p:nvPr/>
        </p:nvSpPr>
        <p:spPr>
          <a:xfrm>
            <a:off x="5303520" y="2651760"/>
            <a:ext cx="3383280" cy="6400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51" name="Shape 47"/>
          <p:cNvSpPr/>
          <p:nvPr/>
        </p:nvSpPr>
        <p:spPr>
          <a:xfrm>
            <a:off x="5440680" y="27889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52" name="Text 48"/>
          <p:cNvSpPr/>
          <p:nvPr/>
        </p:nvSpPr>
        <p:spPr>
          <a:xfrm>
            <a:off x="54406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5897880" y="278892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Connexion rapide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5897880" y="2999232"/>
            <a:ext cx="2651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Cliquer sur 'Connexion Rapide'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880360"/>
            <a:ext cx="274320" cy="274320"/>
          </a:xfrm>
          <a:prstGeom prst="rect">
            <a:avLst/>
          </a:prstGeom>
        </p:spPr>
      </p:pic>
      <p:sp>
        <p:nvSpPr>
          <p:cNvPr id="56" name="Shape 51"/>
          <p:cNvSpPr/>
          <p:nvPr/>
        </p:nvSpPr>
        <p:spPr>
          <a:xfrm>
            <a:off x="5303520" y="3383280"/>
            <a:ext cx="3383280" cy="6400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57" name="Shape 52"/>
          <p:cNvSpPr/>
          <p:nvPr/>
        </p:nvSpPr>
        <p:spPr>
          <a:xfrm>
            <a:off x="5440680" y="35204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58" name="Text 53"/>
          <p:cNvSpPr/>
          <p:nvPr/>
        </p:nvSpPr>
        <p:spPr>
          <a:xfrm>
            <a:off x="54406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4"/>
          <p:cNvSpPr/>
          <p:nvPr/>
        </p:nvSpPr>
        <p:spPr>
          <a:xfrm>
            <a:off x="5897880" y="35204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Lancer extraction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5"/>
          <p:cNvSpPr/>
          <p:nvPr/>
        </p:nvSpPr>
        <p:spPr>
          <a:xfrm>
            <a:off x="5897880" y="3730752"/>
            <a:ext cx="2651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Démarrer Dump Complet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611880"/>
            <a:ext cx="274320" cy="274320"/>
          </a:xfrm>
          <a:prstGeom prst="rect">
            <a:avLst/>
          </a:prstGeom>
        </p:spPr>
      </p:pic>
      <p:sp>
        <p:nvSpPr>
          <p:cNvPr id="62" name="Shape 56"/>
          <p:cNvSpPr/>
          <p:nvPr/>
        </p:nvSpPr>
        <p:spPr>
          <a:xfrm>
            <a:off x="5303520" y="4114800"/>
            <a:ext cx="33832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63" name="Shape 57"/>
          <p:cNvSpPr/>
          <p:nvPr/>
        </p:nvSpPr>
        <p:spPr>
          <a:xfrm>
            <a:off x="5440680" y="42519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64" name="Text 58"/>
          <p:cNvSpPr/>
          <p:nvPr/>
        </p:nvSpPr>
        <p:spPr>
          <a:xfrm>
            <a:off x="544068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59"/>
          <p:cNvSpPr/>
          <p:nvPr/>
        </p:nvSpPr>
        <p:spPr>
          <a:xfrm>
            <a:off x="5897880" y="42519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Consulter résultats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0"/>
          <p:cNvSpPr/>
          <p:nvPr/>
        </p:nvSpPr>
        <p:spPr>
          <a:xfrm>
            <a:off x="5897880" y="4462272"/>
            <a:ext cx="2651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Onglet Historique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1"/>
          <p:cNvSpPr/>
          <p:nvPr/>
        </p:nvSpPr>
        <p:spPr>
          <a:xfrm>
            <a:off x="5303520" y="4480560"/>
            <a:ext cx="338328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68" name="Text 62"/>
          <p:cNvSpPr/>
          <p:nvPr/>
        </p:nvSpPr>
        <p:spPr>
          <a:xfrm>
            <a:off x="5394960" y="4526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Application fonctionnelle et testée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371600" y="2743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Application fonctionnelle et performante</a:t>
            </a:r>
            <a:endParaRPr lang="en-US" sz="18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Interface moderne et intuitive</a:t>
            </a:r>
            <a:endParaRPr lang="en-US" sz="18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Architecture modulaire et évolutive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500</Words>
  <Application>Microsoft Office PowerPoint</Application>
  <PresentationFormat>Affichage à l'écran (16:9)</PresentationFormat>
  <Paragraphs>162</Paragraphs>
  <Slides>10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Consolas</vt:lpstr>
      <vt:lpstr>Oswald</vt:lpstr>
      <vt:lpstr>Source Sans 3</vt:lpstr>
      <vt:lpstr>Times New Roman</vt:lpstr>
      <vt:lpstr>Tw Cen MT</vt:lpstr>
      <vt:lpstr>Wingdings</vt:lpstr>
      <vt:lpstr>Office Theme</vt:lpstr>
      <vt:lpstr>Ronds dans l’eau</vt:lpstr>
      <vt:lpstr>Présentation PowerPoint</vt:lpstr>
      <vt:lpstr>CAHIER DE REALISATION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RAM Dumper - Application Web</dc:title>
  <dc:subject>PptxGenJS Presentation</dc:subject>
  <dc:creator>Étudiant - Projet NetBSD</dc:creator>
  <cp:lastModifiedBy>yannick simo</cp:lastModifiedBy>
  <cp:revision>4</cp:revision>
  <dcterms:created xsi:type="dcterms:W3CDTF">2026-02-23T15:14:34Z</dcterms:created>
  <dcterms:modified xsi:type="dcterms:W3CDTF">2026-02-25T13:48:43Z</dcterms:modified>
</cp:coreProperties>
</file>